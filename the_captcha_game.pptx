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66" r:id="rId6"/>
    <p:sldId id="259" r:id="rId7"/>
    <p:sldId id="260" r:id="rId8"/>
    <p:sldId id="261" r:id="rId9"/>
    <p:sldId id="262" r:id="rId10"/>
    <p:sldId id="263" r:id="rId11"/>
    <p:sldId id="265" r:id="rId12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</p14:sldIdLst>
        </p14:section>
        <p14:section name="The Game" id="{4D529446-FE4B-4573-A8D1-E3A2159D164D}">
          <p14:sldIdLst>
            <p14:sldId id="258"/>
            <p14:sldId id="266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43C1C"/>
    <a:srgbClr val="E8F0FE"/>
    <a:srgbClr val="E7ECF0"/>
    <a:srgbClr val="F5F5F5"/>
    <a:srgbClr val="1C57B1"/>
    <a:srgbClr val="E5E6F0"/>
    <a:srgbClr val="FBFAFD"/>
    <a:srgbClr val="EAEBF4"/>
    <a:srgbClr val="F9F9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" y="-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21/10/2026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gif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slide" Target="slide4.xml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628"/>
            <a:ext cx="12192000" cy="685074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BFBD145-FD6F-F498-E139-217FECAD89C1}"/>
              </a:ext>
            </a:extLst>
          </p:cNvPr>
          <p:cNvSpPr/>
          <p:nvPr/>
        </p:nvSpPr>
        <p:spPr>
          <a:xfrm>
            <a:off x="2627084" y="-174172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3071EE-B768-ECA1-C55F-6F00DAEFAE96}"/>
              </a:ext>
            </a:extLst>
          </p:cNvPr>
          <p:cNvSpPr/>
          <p:nvPr/>
        </p:nvSpPr>
        <p:spPr>
          <a:xfrm>
            <a:off x="2627084" y="-174173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17" name="Notification">
            <a:extLst>
              <a:ext uri="{FF2B5EF4-FFF2-40B4-BE49-F238E27FC236}">
                <a16:creationId xmlns:a16="http://schemas.microsoft.com/office/drawing/2014/main" id="{9FF80B39-FB59-7705-C9F7-8FEDCF780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743" y="5451988"/>
            <a:ext cx="3535714" cy="1313424"/>
          </a:xfrm>
          <a:prstGeom prst="rect">
            <a:avLst/>
          </a:prstGeom>
        </p:spPr>
      </p:pic>
      <p:grpSp>
        <p:nvGrpSpPr>
          <p:cNvPr id="4" name="Splash">
            <a:extLst>
              <a:ext uri="{FF2B5EF4-FFF2-40B4-BE49-F238E27FC236}">
                <a16:creationId xmlns:a16="http://schemas.microsoft.com/office/drawing/2014/main" id="{07D32A0B-43C8-427B-CB22-0A8FA1BB23CE}"/>
              </a:ext>
            </a:extLst>
          </p:cNvPr>
          <p:cNvGrpSpPr/>
          <p:nvPr/>
        </p:nvGrpSpPr>
        <p:grpSpPr>
          <a:xfrm>
            <a:off x="4383525" y="2258836"/>
            <a:ext cx="3419952" cy="2152950"/>
            <a:chOff x="4383525" y="2258836"/>
            <a:chExt cx="3419952" cy="2152950"/>
          </a:xfrm>
        </p:grpSpPr>
        <p:pic>
          <p:nvPicPr>
            <p:cNvPr id="18" name="Imagen 17" descr="Opening PowerPoint files from Teams get stuck loading at 0% : r/Office365">
              <a:extLst>
                <a:ext uri="{FF2B5EF4-FFF2-40B4-BE49-F238E27FC236}">
                  <a16:creationId xmlns:a16="http://schemas.microsoft.com/office/drawing/2014/main" id="{8440560E-551E-359C-9B8B-3E336A28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3525" y="2258836"/>
              <a:ext cx="3419952" cy="2152950"/>
            </a:xfrm>
            <a:prstGeom prst="rect">
              <a:avLst/>
            </a:prstGeom>
          </p:spPr>
        </p:pic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E6B890BF-C7B4-1761-C0D0-5D272503300C}"/>
                </a:ext>
              </a:extLst>
            </p:cNvPr>
            <p:cNvSpPr/>
            <p:nvPr/>
          </p:nvSpPr>
          <p:spPr>
            <a:xfrm>
              <a:off x="4414938" y="4244340"/>
              <a:ext cx="3357125" cy="12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2" name="Starting">
            <a:extLst>
              <a:ext uri="{FF2B5EF4-FFF2-40B4-BE49-F238E27FC236}">
                <a16:creationId xmlns:a16="http://schemas.microsoft.com/office/drawing/2014/main" id="{ADE2A024-3E29-312B-235A-54B900EF63B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Starting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Loading init">
            <a:extLst>
              <a:ext uri="{FF2B5EF4-FFF2-40B4-BE49-F238E27FC236}">
                <a16:creationId xmlns:a16="http://schemas.microsoft.com/office/drawing/2014/main" id="{50F60CAB-FBE8-97FD-0C99-32470E2F71E3}"/>
              </a:ext>
            </a:extLst>
          </p:cNvPr>
          <p:cNvSpPr/>
          <p:nvPr/>
        </p:nvSpPr>
        <p:spPr>
          <a:xfrm>
            <a:off x="4391145" y="422935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oading 0">
            <a:extLst>
              <a:ext uri="{FF2B5EF4-FFF2-40B4-BE49-F238E27FC236}">
                <a16:creationId xmlns:a16="http://schemas.microsoft.com/office/drawing/2014/main" id="{C70121E2-DC5E-488A-36E8-59F384A5F4AD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Loading 10">
            <a:extLst>
              <a:ext uri="{FF2B5EF4-FFF2-40B4-BE49-F238E27FC236}">
                <a16:creationId xmlns:a16="http://schemas.microsoft.com/office/drawing/2014/main" id="{979DC77B-6085-ED66-D70A-1598F2822A26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Loading 27">
            <a:extLst>
              <a:ext uri="{FF2B5EF4-FFF2-40B4-BE49-F238E27FC236}">
                <a16:creationId xmlns:a16="http://schemas.microsoft.com/office/drawing/2014/main" id="{AE08180D-00C9-49ED-B8B2-796CA15E5111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(27%)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Loading 54">
            <a:extLst>
              <a:ext uri="{FF2B5EF4-FFF2-40B4-BE49-F238E27FC236}">
                <a16:creationId xmlns:a16="http://schemas.microsoft.com/office/drawing/2014/main" id="{D917621B-B5BF-9147-80F5-9DD78638B3D7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(54%)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Loading 73">
            <a:extLst>
              <a:ext uri="{FF2B5EF4-FFF2-40B4-BE49-F238E27FC236}">
                <a16:creationId xmlns:a16="http://schemas.microsoft.com/office/drawing/2014/main" id="{DAFA7E28-97C9-E8EE-02DD-5DBCAF7599D4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(73%)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oading 89">
            <a:extLst>
              <a:ext uri="{FF2B5EF4-FFF2-40B4-BE49-F238E27FC236}">
                <a16:creationId xmlns:a16="http://schemas.microsoft.com/office/drawing/2014/main" id="{99942711-38AB-335A-C899-9E20C61C238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(89%)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Loading 97">
            <a:extLst>
              <a:ext uri="{FF2B5EF4-FFF2-40B4-BE49-F238E27FC236}">
                <a16:creationId xmlns:a16="http://schemas.microsoft.com/office/drawing/2014/main" id="{0FDE9D9B-7FA9-5C81-EE9E-018F96354E9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(97%)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Loading 100">
            <a:extLst>
              <a:ext uri="{FF2B5EF4-FFF2-40B4-BE49-F238E27FC236}">
                <a16:creationId xmlns:a16="http://schemas.microsoft.com/office/drawing/2014/main" id="{F3B2A458-C1E1-B892-D843-CADEE74F278A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Almost done">
            <a:extLst>
              <a:ext uri="{FF2B5EF4-FFF2-40B4-BE49-F238E27FC236}">
                <a16:creationId xmlns:a16="http://schemas.microsoft.com/office/drawing/2014/main" id="{579787D5-6AA2-220F-6643-28AB938E6C6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Almost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done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PowerPoint Window">
            <a:extLst>
              <a:ext uri="{FF2B5EF4-FFF2-40B4-BE49-F238E27FC236}">
                <a16:creationId xmlns:a16="http://schemas.microsoft.com/office/drawing/2014/main" id="{F067EBE8-17D8-A626-A720-1929E76ED0EA}"/>
              </a:ext>
            </a:extLst>
          </p:cNvPr>
          <p:cNvGrpSpPr/>
          <p:nvPr/>
        </p:nvGrpSpPr>
        <p:grpSpPr>
          <a:xfrm>
            <a:off x="0" y="0"/>
            <a:ext cx="12192000" cy="6438899"/>
            <a:chOff x="0" y="0"/>
            <a:chExt cx="12192000" cy="6438899"/>
          </a:xfrm>
        </p:grpSpPr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4376F841-4016-EBA4-2686-B8AA527D6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012"/>
            <a:stretch>
              <a:fillRect/>
            </a:stretch>
          </p:blipFill>
          <p:spPr>
            <a:xfrm>
              <a:off x="0" y="0"/>
              <a:ext cx="12192000" cy="6438899"/>
            </a:xfrm>
            <a:prstGeom prst="rect">
              <a:avLst/>
            </a:prstGeom>
          </p:spPr>
        </p:pic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6D60DC59-1567-3605-C59F-990201FA3C85}"/>
                </a:ext>
              </a:extLst>
            </p:cNvPr>
            <p:cNvSpPr/>
            <p:nvPr/>
          </p:nvSpPr>
          <p:spPr>
            <a:xfrm>
              <a:off x="101600" y="1683657"/>
              <a:ext cx="1524000" cy="454093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40D3CAFA-2088-8A31-54D2-2C17BB46D60C}"/>
                </a:ext>
              </a:extLst>
            </p:cNvPr>
            <p:cNvSpPr/>
            <p:nvPr/>
          </p:nvSpPr>
          <p:spPr>
            <a:xfrm>
              <a:off x="2188678" y="1683656"/>
              <a:ext cx="8707922" cy="4247243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42D8F27D-9CA7-0CD0-EDAB-764C6B076313}"/>
                </a:ext>
              </a:extLst>
            </p:cNvPr>
            <p:cNvSpPr/>
            <p:nvPr/>
          </p:nvSpPr>
          <p:spPr>
            <a:xfrm>
              <a:off x="2930851" y="53889"/>
              <a:ext cx="2492049" cy="40331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C57DB18-A191-75B4-93A6-A2E34E0D8BA1}"/>
                </a:ext>
              </a:extLst>
            </p:cNvPr>
            <p:cNvSpPr/>
            <p:nvPr/>
          </p:nvSpPr>
          <p:spPr>
            <a:xfrm>
              <a:off x="10480542" y="85392"/>
              <a:ext cx="416058" cy="313749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59ED67D5-855C-A79D-36E2-97D60088A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69044" y="85392"/>
              <a:ext cx="258612" cy="258612"/>
            </a:xfrm>
            <a:prstGeom prst="rect">
              <a:avLst/>
            </a:prstGeom>
          </p:spPr>
        </p:pic>
      </p:grpSp>
      <p:pic>
        <p:nvPicPr>
          <p:cNvPr id="46" name="Captcha popup">
            <a:extLst>
              <a:ext uri="{FF2B5EF4-FFF2-40B4-BE49-F238E27FC236}">
                <a16:creationId xmlns:a16="http://schemas.microsoft.com/office/drawing/2014/main" id="{BEC25843-1B00-0462-8C94-0F1BA426CA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600" y="2185200"/>
            <a:ext cx="4400246" cy="2793103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6F400EC-DF84-2D3F-4DE8-7BA13F6F1A5B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A </a:t>
            </a:r>
            <a:r>
              <a:rPr lang="es-EC" i="1" dirty="0" err="1">
                <a:solidFill>
                  <a:srgbClr val="808080"/>
                </a:solidFill>
              </a:rPr>
              <a:t>weird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r>
              <a:rPr lang="es-EC" i="1" dirty="0">
                <a:solidFill>
                  <a:srgbClr val="808080"/>
                </a:solidFill>
              </a:rPr>
              <a:t> box </a:t>
            </a:r>
            <a:r>
              <a:rPr lang="es-EC" i="1" dirty="0" err="1">
                <a:solidFill>
                  <a:srgbClr val="808080"/>
                </a:solidFill>
              </a:rPr>
              <a:t>appears</a:t>
            </a:r>
            <a:r>
              <a:rPr lang="es-EC" i="1" dirty="0">
                <a:solidFill>
                  <a:srgbClr val="808080"/>
                </a:solidFill>
              </a:rPr>
              <a:t>…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E22FD561-B709-95EA-B2E6-99479F8FF6DD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think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yourself</a:t>
            </a:r>
            <a:r>
              <a:rPr lang="es-EC" i="1" dirty="0">
                <a:solidFill>
                  <a:srgbClr val="808080"/>
                </a:solidFill>
              </a:rPr>
              <a:t>: “Huh, </a:t>
            </a:r>
            <a:r>
              <a:rPr lang="es-EC" i="1" dirty="0" err="1">
                <a:solidFill>
                  <a:srgbClr val="808080"/>
                </a:solidFill>
              </a:rPr>
              <a:t>that’s</a:t>
            </a:r>
            <a:r>
              <a:rPr lang="es-EC" i="1" dirty="0">
                <a:solidFill>
                  <a:srgbClr val="808080"/>
                </a:solidFill>
              </a:rPr>
              <a:t> new…”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FC7CBC6-2922-668B-0FDB-4741BEA2FEE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“…Well, </a:t>
            </a:r>
            <a:r>
              <a:rPr lang="en-US" i="1" dirty="0" err="1">
                <a:solidFill>
                  <a:srgbClr val="808080"/>
                </a:solidFill>
              </a:rPr>
              <a:t>gotta</a:t>
            </a:r>
            <a:r>
              <a:rPr lang="en-US" i="1" dirty="0">
                <a:solidFill>
                  <a:srgbClr val="808080"/>
                </a:solidFill>
              </a:rPr>
              <a:t> keep safe from the clankers somehow…”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06406D3-4AFE-C8A0-E123-89A9F1EF275C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“…Just click the checkbox…”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38" name="reCAPTCHA Spinner">
            <a:extLst>
              <a:ext uri="{FF2B5EF4-FFF2-40B4-BE49-F238E27FC236}">
                <a16:creationId xmlns:a16="http://schemas.microsoft.com/office/drawing/2014/main" id="{F474DD8F-7A02-1C49-0839-F0E3C1C58C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2" t="18288" r="82813" b="17647"/>
          <a:stretch>
            <a:fillRect/>
          </a:stretch>
        </p:blipFill>
        <p:spPr>
          <a:xfrm>
            <a:off x="5081032" y="3524578"/>
            <a:ext cx="347131" cy="396434"/>
          </a:xfrm>
          <a:prstGeom prst="rect">
            <a:avLst/>
          </a:prstGeom>
        </p:spPr>
      </p:pic>
      <p:pic>
        <p:nvPicPr>
          <p:cNvPr id="15" name="Pointer" descr="Computer Mouse Icon for User Interfaces">
            <a:extLst>
              <a:ext uri="{FF2B5EF4-FFF2-40B4-BE49-F238E27FC236}">
                <a16:creationId xmlns:a16="http://schemas.microsoft.com/office/drawing/2014/main" id="{0DFDA3D2-3CFF-678A-78FA-E6307C98D7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054549" y="3275805"/>
            <a:ext cx="306388" cy="306388"/>
          </a:xfrm>
          <a:prstGeom prst="rect">
            <a:avLst/>
          </a:prstGeom>
        </p:spPr>
      </p:pic>
      <p:sp>
        <p:nvSpPr>
          <p:cNvPr id="47" name="Text 8">
            <a:extLst>
              <a:ext uri="{FF2B5EF4-FFF2-40B4-BE49-F238E27FC236}">
                <a16:creationId xmlns:a16="http://schemas.microsoft.com/office/drawing/2014/main" id="{A3BD596E-C1C7-6A68-ADCC-59D753CE167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“…Huh, why is it not working?!?!?!”</a:t>
            </a:r>
            <a:endParaRPr lang="es-EC" dirty="0">
              <a:solidFill>
                <a:srgbClr val="808080"/>
              </a:solidFill>
            </a:endParaRPr>
          </a:p>
        </p:txBody>
      </p:sp>
      <p:grpSp>
        <p:nvGrpSpPr>
          <p:cNvPr id="52" name="Next Button">
            <a:extLst>
              <a:ext uri="{FF2B5EF4-FFF2-40B4-BE49-F238E27FC236}">
                <a16:creationId xmlns:a16="http://schemas.microsoft.com/office/drawing/2014/main" id="{3B244F70-B9F2-894C-0645-9A2B60FBD533}"/>
              </a:ext>
            </a:extLst>
          </p:cNvPr>
          <p:cNvGrpSpPr/>
          <p:nvPr/>
        </p:nvGrpSpPr>
        <p:grpSpPr>
          <a:xfrm>
            <a:off x="5668743" y="5873050"/>
            <a:ext cx="6937829" cy="1146629"/>
            <a:chOff x="5668743" y="5873050"/>
            <a:chExt cx="6937829" cy="1146629"/>
          </a:xfrm>
        </p:grpSpPr>
        <p:sp>
          <p:nvSpPr>
            <p:cNvPr id="48" name="Next btn text">
              <a:hlinkClick r:id="rId10" action="ppaction://hlinksldjump"/>
              <a:extLst>
                <a:ext uri="{FF2B5EF4-FFF2-40B4-BE49-F238E27FC236}">
                  <a16:creationId xmlns:a16="http://schemas.microsoft.com/office/drawing/2014/main" id="{5C1E3F8C-8F5E-04BE-2466-CC41D0B847CD}"/>
                </a:ext>
              </a:extLst>
            </p:cNvPr>
            <p:cNvSpPr/>
            <p:nvPr/>
          </p:nvSpPr>
          <p:spPr>
            <a:xfrm>
              <a:off x="5668743" y="587305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1"/>
              <a:r>
                <a:rPr lang="en-US" sz="2000" b="1" dirty="0">
                  <a:solidFill>
                    <a:srgbClr val="808080"/>
                  </a:solidFill>
                </a:rPr>
                <a:t>This is where our story begins…</a:t>
              </a:r>
              <a:endParaRPr lang="es-EC" sz="2000" b="1" dirty="0">
                <a:solidFill>
                  <a:srgbClr val="808080"/>
                </a:solidFill>
              </a:endParaRPr>
            </a:p>
          </p:txBody>
        </p:sp>
        <p:pic>
          <p:nvPicPr>
            <p:cNvPr id="51" name="Next btn arrow" descr="&lt;svg xmlns=&quot;http://www.w3.org/2000/svg&quot; height=&quot;24px&quot; viewBox=&quot;0 -960 960 960&quot; width=&quot;24px&quot; fill=&quot;#303F9F&quot;&gt;&lt;path d=&quot;M647-440H160v-80h487L423-744l57-56 320 320-320 320-57-56 224-224Z&quot;/&gt;&lt;/svg&gt;">
              <a:hlinkClick r:id="rId10" action="ppaction://hlinksldjump"/>
              <a:extLst>
                <a:ext uri="{FF2B5EF4-FFF2-40B4-BE49-F238E27FC236}">
                  <a16:creationId xmlns:a16="http://schemas.microsoft.com/office/drawing/2014/main" id="{3EA20AB1-BCB9-889A-E8E9-D8B29D34A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799008" y="6097933"/>
              <a:ext cx="760067" cy="7600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000"/>
                            </p:stCondLst>
                            <p:childTnLst>
                              <p:par>
                                <p:cTn id="33" presetID="0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58333E-6 1.48148E-6 L 0.10495 0.425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47" y="21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0"/>
                            </p:stCondLst>
                            <p:childTnLst>
                              <p:par>
                                <p:cTn id="3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500"/>
                            </p:stCondLst>
                            <p:childTnLst>
                              <p:par>
                                <p:cTn id="39" presetID="2" presetClass="exit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30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350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2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725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50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75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80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825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850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75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900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250"/>
                            </p:stCondLst>
                            <p:childTnLst>
                              <p:par>
                                <p:cTn id="99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2250"/>
                            </p:stCondLst>
                            <p:childTnLst>
                              <p:par>
                                <p:cTn id="124" presetID="1" presetClass="entr" presetSubtype="0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3500"/>
                            </p:stCondLst>
                            <p:childTnLst>
                              <p:par>
                                <p:cTn id="129" presetID="1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5750"/>
                            </p:stCondLst>
                            <p:childTnLst>
                              <p:par>
                                <p:cTn id="132" presetID="2" presetClass="entr" presetSubtype="1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7750"/>
                            </p:stCondLst>
                            <p:childTnLst>
                              <p:par>
                                <p:cTn id="13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3025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2250"/>
                            </p:stCondLst>
                            <p:childTnLst>
                              <p:par>
                                <p:cTn id="153" presetID="0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10313 0.42037 L -0.07044 0.05926 " pathEditMode="relative" rAng="0" ptsTypes="AA">
                                      <p:cBhvr>
                                        <p:cTn id="15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85" y="-18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35750"/>
                            </p:stCondLst>
                            <p:childTnLst>
                              <p:par>
                                <p:cTn id="1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6250"/>
                            </p:stCondLst>
                            <p:childTnLst>
                              <p:par>
                                <p:cTn id="163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4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675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39250"/>
                            </p:stCondLst>
                            <p:childTnLst>
                              <p:par>
                                <p:cTn id="172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3" grpId="0" animBg="1"/>
      <p:bldP spid="3" grpId="1" build="allAtOnce" animBg="1"/>
      <p:bldP spid="5" grpId="0" animBg="1"/>
      <p:bldP spid="5" grpId="1" build="allAtOnce" animBg="1"/>
      <p:bldP spid="2" grpId="0" animBg="1"/>
      <p:bldP spid="2" grpId="1" animBg="1"/>
      <p:bldP spid="19" grpId="0" animBg="1"/>
      <p:bldP spid="19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  <p:bldP spid="16" grpId="1" animBg="1"/>
      <p:bldP spid="20" grpId="0" animBg="1"/>
      <p:bldP spid="20" grpId="1" animBg="1"/>
      <p:bldP spid="22" grpId="0" animBg="1"/>
      <p:bldP spid="25" grpId="0" uiExpand="1" build="allAtOnce" animBg="1"/>
      <p:bldP spid="27" grpId="0" uiExpand="1" build="allAtOnce" animBg="1"/>
      <p:bldP spid="29" grpId="2" uiExpand="1" build="allAtOnce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F18B7E14-E520-4D8F-30F0-FE23EF1B9535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9" name="I 1x1">
            <a:extLst>
              <a:ext uri="{FF2B5EF4-FFF2-40B4-BE49-F238E27FC236}">
                <a16:creationId xmlns:a16="http://schemas.microsoft.com/office/drawing/2014/main" id="{8815484A-1141-7341-EAB0-D58B8F22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029" b="75479"/>
          <a:stretch>
            <a:fillRect/>
          </a:stretch>
        </p:blipFill>
        <p:spPr>
          <a:xfrm>
            <a:off x="3948653" y="1691289"/>
            <a:ext cx="1009109" cy="988411"/>
          </a:xfrm>
          <a:prstGeom prst="rect">
            <a:avLst/>
          </a:prstGeom>
        </p:spPr>
      </p:pic>
      <p:pic>
        <p:nvPicPr>
          <p:cNvPr id="11" name="I 1x2">
            <a:extLst>
              <a:ext uri="{FF2B5EF4-FFF2-40B4-BE49-F238E27FC236}">
                <a16:creationId xmlns:a16="http://schemas.microsoft.com/office/drawing/2014/main" id="{A858A211-6292-33C6-1D8F-CB26E53ED2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r="50058" b="75478"/>
          <a:stretch>
            <a:fillRect/>
          </a:stretch>
        </p:blipFill>
        <p:spPr>
          <a:xfrm>
            <a:off x="4975226" y="1691289"/>
            <a:ext cx="991646" cy="988411"/>
          </a:xfrm>
          <a:prstGeom prst="rect">
            <a:avLst/>
          </a:prstGeom>
        </p:spPr>
      </p:pic>
      <p:pic>
        <p:nvPicPr>
          <p:cNvPr id="15" name="I 1x3">
            <a:extLst>
              <a:ext uri="{FF2B5EF4-FFF2-40B4-BE49-F238E27FC236}">
                <a16:creationId xmlns:a16="http://schemas.microsoft.com/office/drawing/2014/main" id="{1E344F9E-C650-09D0-1B13-5B2D99DCB0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43" r="24539" b="75478"/>
          <a:stretch>
            <a:fillRect/>
          </a:stretch>
        </p:blipFill>
        <p:spPr>
          <a:xfrm>
            <a:off x="5966872" y="1691289"/>
            <a:ext cx="1031234" cy="988412"/>
          </a:xfrm>
          <a:prstGeom prst="rect">
            <a:avLst/>
          </a:prstGeom>
        </p:spPr>
      </p:pic>
      <p:pic>
        <p:nvPicPr>
          <p:cNvPr id="13" name="I 1x4">
            <a:extLst>
              <a:ext uri="{FF2B5EF4-FFF2-40B4-BE49-F238E27FC236}">
                <a16:creationId xmlns:a16="http://schemas.microsoft.com/office/drawing/2014/main" id="{3F430C6E-76AC-28B6-2A6B-8BAD425943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1" b="75478"/>
          <a:stretch>
            <a:fillRect/>
          </a:stretch>
        </p:blipFill>
        <p:spPr>
          <a:xfrm>
            <a:off x="6998106" y="1691289"/>
            <a:ext cx="991646" cy="988412"/>
          </a:xfrm>
          <a:prstGeom prst="rect">
            <a:avLst/>
          </a:prstGeom>
        </p:spPr>
      </p:pic>
      <p:pic>
        <p:nvPicPr>
          <p:cNvPr id="17" name="I 2x1">
            <a:extLst>
              <a:ext uri="{FF2B5EF4-FFF2-40B4-BE49-F238E27FC236}">
                <a16:creationId xmlns:a16="http://schemas.microsoft.com/office/drawing/2014/main" id="{1EE62C59-E42E-B0FC-85C1-A093FB07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72" r="75029" b="50406"/>
          <a:stretch>
            <a:fillRect/>
          </a:stretch>
        </p:blipFill>
        <p:spPr>
          <a:xfrm>
            <a:off x="3948653" y="2701925"/>
            <a:ext cx="1009109" cy="988411"/>
          </a:xfrm>
          <a:prstGeom prst="rect">
            <a:avLst/>
          </a:prstGeom>
        </p:spPr>
      </p:pic>
      <p:pic>
        <p:nvPicPr>
          <p:cNvPr id="19" name="I 2x2">
            <a:extLst>
              <a:ext uri="{FF2B5EF4-FFF2-40B4-BE49-F238E27FC236}">
                <a16:creationId xmlns:a16="http://schemas.microsoft.com/office/drawing/2014/main" id="{93B9CA6A-E4C5-E0B0-F96B-D305ADDA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25073" r="50058" b="50405"/>
          <a:stretch>
            <a:fillRect/>
          </a:stretch>
        </p:blipFill>
        <p:spPr>
          <a:xfrm>
            <a:off x="4975226" y="2701925"/>
            <a:ext cx="991646" cy="988411"/>
          </a:xfrm>
          <a:prstGeom prst="rect">
            <a:avLst/>
          </a:prstGeom>
        </p:spPr>
      </p:pic>
      <p:pic>
        <p:nvPicPr>
          <p:cNvPr id="21" name="I 2x3">
            <a:extLst>
              <a:ext uri="{FF2B5EF4-FFF2-40B4-BE49-F238E27FC236}">
                <a16:creationId xmlns:a16="http://schemas.microsoft.com/office/drawing/2014/main" id="{3C457D63-6858-A14B-BBED-437950D2AC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25073" r="24655" b="50405"/>
          <a:stretch>
            <a:fillRect/>
          </a:stretch>
        </p:blipFill>
        <p:spPr>
          <a:xfrm>
            <a:off x="5984081" y="2701925"/>
            <a:ext cx="1009363" cy="988411"/>
          </a:xfrm>
          <a:prstGeom prst="rect">
            <a:avLst/>
          </a:prstGeom>
        </p:spPr>
      </p:pic>
      <p:pic>
        <p:nvPicPr>
          <p:cNvPr id="23" name="I 2x4">
            <a:extLst>
              <a:ext uri="{FF2B5EF4-FFF2-40B4-BE49-F238E27FC236}">
                <a16:creationId xmlns:a16="http://schemas.microsoft.com/office/drawing/2014/main" id="{59DA8CFE-1555-7A18-E4C3-4B7CEBD9B4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25073" b="50405"/>
          <a:stretch>
            <a:fillRect/>
          </a:stretch>
        </p:blipFill>
        <p:spPr>
          <a:xfrm>
            <a:off x="7010653" y="2701925"/>
            <a:ext cx="979099" cy="988411"/>
          </a:xfrm>
          <a:prstGeom prst="rect">
            <a:avLst/>
          </a:prstGeom>
        </p:spPr>
      </p:pic>
      <p:pic>
        <p:nvPicPr>
          <p:cNvPr id="25" name="I 3x1">
            <a:extLst>
              <a:ext uri="{FF2B5EF4-FFF2-40B4-BE49-F238E27FC236}">
                <a16:creationId xmlns:a16="http://schemas.microsoft.com/office/drawing/2014/main" id="{DD5B839D-7800-D811-DB4F-573E14642F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146" r="75029" b="25332"/>
          <a:stretch>
            <a:fillRect/>
          </a:stretch>
        </p:blipFill>
        <p:spPr>
          <a:xfrm>
            <a:off x="3948654" y="3712561"/>
            <a:ext cx="1009108" cy="988412"/>
          </a:xfrm>
          <a:prstGeom prst="rect">
            <a:avLst/>
          </a:prstGeom>
        </p:spPr>
      </p:pic>
      <p:pic>
        <p:nvPicPr>
          <p:cNvPr id="27" name="I 3x2">
            <a:extLst>
              <a:ext uri="{FF2B5EF4-FFF2-40B4-BE49-F238E27FC236}">
                <a16:creationId xmlns:a16="http://schemas.microsoft.com/office/drawing/2014/main" id="{D47704B2-AF5A-DBEE-90CE-7877FE2509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50146" r="50058" b="25332"/>
          <a:stretch>
            <a:fillRect/>
          </a:stretch>
        </p:blipFill>
        <p:spPr>
          <a:xfrm>
            <a:off x="4975226" y="3712561"/>
            <a:ext cx="991646" cy="988412"/>
          </a:xfrm>
          <a:prstGeom prst="rect">
            <a:avLst/>
          </a:prstGeom>
        </p:spPr>
      </p:pic>
      <p:pic>
        <p:nvPicPr>
          <p:cNvPr id="29" name="I 3x3">
            <a:extLst>
              <a:ext uri="{FF2B5EF4-FFF2-40B4-BE49-F238E27FC236}">
                <a16:creationId xmlns:a16="http://schemas.microsoft.com/office/drawing/2014/main" id="{65B3A5E0-4F18-91F2-A7F2-0A146A2935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50146" r="24654" b="25332"/>
          <a:stretch>
            <a:fillRect/>
          </a:stretch>
        </p:blipFill>
        <p:spPr>
          <a:xfrm>
            <a:off x="5984082" y="3712560"/>
            <a:ext cx="1009362" cy="988411"/>
          </a:xfrm>
          <a:prstGeom prst="rect">
            <a:avLst/>
          </a:prstGeom>
        </p:spPr>
      </p:pic>
      <p:pic>
        <p:nvPicPr>
          <p:cNvPr id="31" name="I 3x4">
            <a:extLst>
              <a:ext uri="{FF2B5EF4-FFF2-40B4-BE49-F238E27FC236}">
                <a16:creationId xmlns:a16="http://schemas.microsoft.com/office/drawing/2014/main" id="{90E2BE5E-9E13-3D14-7F20-FD16C38C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50146" b="25332"/>
          <a:stretch>
            <a:fillRect/>
          </a:stretch>
        </p:blipFill>
        <p:spPr>
          <a:xfrm>
            <a:off x="7010653" y="3712560"/>
            <a:ext cx="979099" cy="988411"/>
          </a:xfrm>
          <a:prstGeom prst="rect">
            <a:avLst/>
          </a:prstGeom>
        </p:spPr>
      </p:pic>
      <p:pic>
        <p:nvPicPr>
          <p:cNvPr id="33" name="I 4x1">
            <a:extLst>
              <a:ext uri="{FF2B5EF4-FFF2-40B4-BE49-F238E27FC236}">
                <a16:creationId xmlns:a16="http://schemas.microsoft.com/office/drawing/2014/main" id="{01E1C5C7-67CA-A957-C28E-64787A71A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478" r="75029"/>
          <a:stretch>
            <a:fillRect/>
          </a:stretch>
        </p:blipFill>
        <p:spPr>
          <a:xfrm>
            <a:off x="3948653" y="4733639"/>
            <a:ext cx="1009108" cy="988412"/>
          </a:xfrm>
          <a:prstGeom prst="rect">
            <a:avLst/>
          </a:prstGeom>
        </p:spPr>
      </p:pic>
      <p:pic>
        <p:nvPicPr>
          <p:cNvPr id="35" name="I 4x2">
            <a:extLst>
              <a:ext uri="{FF2B5EF4-FFF2-40B4-BE49-F238E27FC236}">
                <a16:creationId xmlns:a16="http://schemas.microsoft.com/office/drawing/2014/main" id="{0D184971-4FB1-863E-162C-70ABB631BE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75478" r="50058"/>
          <a:stretch>
            <a:fillRect/>
          </a:stretch>
        </p:blipFill>
        <p:spPr>
          <a:xfrm>
            <a:off x="4975226" y="4733639"/>
            <a:ext cx="991646" cy="988412"/>
          </a:xfrm>
          <a:prstGeom prst="rect">
            <a:avLst/>
          </a:prstGeom>
        </p:spPr>
      </p:pic>
      <p:pic>
        <p:nvPicPr>
          <p:cNvPr id="37" name="I 4x3">
            <a:extLst>
              <a:ext uri="{FF2B5EF4-FFF2-40B4-BE49-F238E27FC236}">
                <a16:creationId xmlns:a16="http://schemas.microsoft.com/office/drawing/2014/main" id="{58AC7CEB-BAA4-704E-910F-E74671474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75478" r="24655"/>
          <a:stretch>
            <a:fillRect/>
          </a:stretch>
        </p:blipFill>
        <p:spPr>
          <a:xfrm>
            <a:off x="5984081" y="4733639"/>
            <a:ext cx="1009363" cy="988412"/>
          </a:xfrm>
          <a:prstGeom prst="rect">
            <a:avLst/>
          </a:prstGeom>
        </p:spPr>
      </p:pic>
      <p:pic>
        <p:nvPicPr>
          <p:cNvPr id="39" name="I 4x4">
            <a:extLst>
              <a:ext uri="{FF2B5EF4-FFF2-40B4-BE49-F238E27FC236}">
                <a16:creationId xmlns:a16="http://schemas.microsoft.com/office/drawing/2014/main" id="{42D81254-205A-B866-3CF0-5EC35DBB57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75478"/>
          <a:stretch>
            <a:fillRect/>
          </a:stretch>
        </p:blipFill>
        <p:spPr>
          <a:xfrm>
            <a:off x="7010653" y="4733639"/>
            <a:ext cx="979099" cy="988412"/>
          </a:xfrm>
          <a:prstGeom prst="rect">
            <a:avLst/>
          </a:prstGeom>
        </p:spPr>
      </p:pic>
      <p:pic>
        <p:nvPicPr>
          <p:cNvPr id="41" name="Is 1x1">
            <a:extLst>
              <a:ext uri="{FF2B5EF4-FFF2-40B4-BE49-F238E27FC236}">
                <a16:creationId xmlns:a16="http://schemas.microsoft.com/office/drawing/2014/main" id="{27119687-10FC-958D-F12B-913F240A47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029" b="75479"/>
          <a:stretch>
            <a:fillRect/>
          </a:stretch>
        </p:blipFill>
        <p:spPr>
          <a:xfrm>
            <a:off x="3950243" y="1694465"/>
            <a:ext cx="1009109" cy="988411"/>
          </a:xfrm>
          <a:prstGeom prst="rect">
            <a:avLst/>
          </a:prstGeom>
        </p:spPr>
      </p:pic>
      <p:pic>
        <p:nvPicPr>
          <p:cNvPr id="43" name="Is 1x2">
            <a:extLst>
              <a:ext uri="{FF2B5EF4-FFF2-40B4-BE49-F238E27FC236}">
                <a16:creationId xmlns:a16="http://schemas.microsoft.com/office/drawing/2014/main" id="{D1FFDFE9-1A5E-6B6C-A050-8D23C5524F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r="50058" b="75478"/>
          <a:stretch>
            <a:fillRect/>
          </a:stretch>
        </p:blipFill>
        <p:spPr>
          <a:xfrm>
            <a:off x="4976816" y="1694465"/>
            <a:ext cx="991646" cy="988411"/>
          </a:xfrm>
          <a:prstGeom prst="rect">
            <a:avLst/>
          </a:prstGeom>
        </p:spPr>
      </p:pic>
      <p:pic>
        <p:nvPicPr>
          <p:cNvPr id="45" name="Is 1x3">
            <a:extLst>
              <a:ext uri="{FF2B5EF4-FFF2-40B4-BE49-F238E27FC236}">
                <a16:creationId xmlns:a16="http://schemas.microsoft.com/office/drawing/2014/main" id="{906DE8A4-5E9C-C45C-CB3C-3E1944CCF4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43" r="24539" b="75478"/>
          <a:stretch>
            <a:fillRect/>
          </a:stretch>
        </p:blipFill>
        <p:spPr>
          <a:xfrm>
            <a:off x="5968462" y="1694465"/>
            <a:ext cx="1031234" cy="988412"/>
          </a:xfrm>
          <a:prstGeom prst="rect">
            <a:avLst/>
          </a:prstGeom>
        </p:spPr>
      </p:pic>
      <p:pic>
        <p:nvPicPr>
          <p:cNvPr id="47" name="Is 1x4">
            <a:extLst>
              <a:ext uri="{FF2B5EF4-FFF2-40B4-BE49-F238E27FC236}">
                <a16:creationId xmlns:a16="http://schemas.microsoft.com/office/drawing/2014/main" id="{F8A20E7F-9911-E5E9-33BF-0FC91583D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1" b="75478"/>
          <a:stretch>
            <a:fillRect/>
          </a:stretch>
        </p:blipFill>
        <p:spPr>
          <a:xfrm>
            <a:off x="6999696" y="1694465"/>
            <a:ext cx="991646" cy="988412"/>
          </a:xfrm>
          <a:prstGeom prst="rect">
            <a:avLst/>
          </a:prstGeom>
        </p:spPr>
      </p:pic>
      <p:pic>
        <p:nvPicPr>
          <p:cNvPr id="49" name="Is 2x1">
            <a:extLst>
              <a:ext uri="{FF2B5EF4-FFF2-40B4-BE49-F238E27FC236}">
                <a16:creationId xmlns:a16="http://schemas.microsoft.com/office/drawing/2014/main" id="{BEE467F3-1D3B-C797-60B0-803ED7B07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72" r="75029" b="50406"/>
          <a:stretch>
            <a:fillRect/>
          </a:stretch>
        </p:blipFill>
        <p:spPr>
          <a:xfrm>
            <a:off x="3950243" y="2705101"/>
            <a:ext cx="1009109" cy="988411"/>
          </a:xfrm>
          <a:prstGeom prst="rect">
            <a:avLst/>
          </a:prstGeom>
        </p:spPr>
      </p:pic>
      <p:pic>
        <p:nvPicPr>
          <p:cNvPr id="51" name="Is 2x2">
            <a:extLst>
              <a:ext uri="{FF2B5EF4-FFF2-40B4-BE49-F238E27FC236}">
                <a16:creationId xmlns:a16="http://schemas.microsoft.com/office/drawing/2014/main" id="{2A894588-2ADE-2828-FEC4-D659F4E8F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25073" r="50058" b="50405"/>
          <a:stretch>
            <a:fillRect/>
          </a:stretch>
        </p:blipFill>
        <p:spPr>
          <a:xfrm>
            <a:off x="4976816" y="2705101"/>
            <a:ext cx="991646" cy="988411"/>
          </a:xfrm>
          <a:prstGeom prst="rect">
            <a:avLst/>
          </a:prstGeom>
        </p:spPr>
      </p:pic>
      <p:pic>
        <p:nvPicPr>
          <p:cNvPr id="53" name="Is 2x3">
            <a:extLst>
              <a:ext uri="{FF2B5EF4-FFF2-40B4-BE49-F238E27FC236}">
                <a16:creationId xmlns:a16="http://schemas.microsoft.com/office/drawing/2014/main" id="{8C25E014-8E51-9900-5C2F-FCE784498A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25073" r="24655" b="50405"/>
          <a:stretch>
            <a:fillRect/>
          </a:stretch>
        </p:blipFill>
        <p:spPr>
          <a:xfrm>
            <a:off x="5985671" y="2705101"/>
            <a:ext cx="1009363" cy="988411"/>
          </a:xfrm>
          <a:prstGeom prst="rect">
            <a:avLst/>
          </a:prstGeom>
        </p:spPr>
      </p:pic>
      <p:pic>
        <p:nvPicPr>
          <p:cNvPr id="55" name="Is 2x4">
            <a:extLst>
              <a:ext uri="{FF2B5EF4-FFF2-40B4-BE49-F238E27FC236}">
                <a16:creationId xmlns:a16="http://schemas.microsoft.com/office/drawing/2014/main" id="{5D7E431C-B0CA-CFC3-DBE9-3C120B6279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25073" b="50405"/>
          <a:stretch>
            <a:fillRect/>
          </a:stretch>
        </p:blipFill>
        <p:spPr>
          <a:xfrm>
            <a:off x="7012243" y="2705101"/>
            <a:ext cx="979099" cy="988411"/>
          </a:xfrm>
          <a:prstGeom prst="rect">
            <a:avLst/>
          </a:prstGeom>
        </p:spPr>
      </p:pic>
      <p:pic>
        <p:nvPicPr>
          <p:cNvPr id="57" name="Is 3x1">
            <a:extLst>
              <a:ext uri="{FF2B5EF4-FFF2-40B4-BE49-F238E27FC236}">
                <a16:creationId xmlns:a16="http://schemas.microsoft.com/office/drawing/2014/main" id="{EC29F572-D4A6-999C-5CC0-B4680BAE28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146" r="75029" b="25332"/>
          <a:stretch>
            <a:fillRect/>
          </a:stretch>
        </p:blipFill>
        <p:spPr>
          <a:xfrm>
            <a:off x="3950244" y="3715737"/>
            <a:ext cx="1009108" cy="988412"/>
          </a:xfrm>
          <a:prstGeom prst="rect">
            <a:avLst/>
          </a:prstGeom>
        </p:spPr>
      </p:pic>
      <p:pic>
        <p:nvPicPr>
          <p:cNvPr id="59" name="Is 3x2">
            <a:extLst>
              <a:ext uri="{FF2B5EF4-FFF2-40B4-BE49-F238E27FC236}">
                <a16:creationId xmlns:a16="http://schemas.microsoft.com/office/drawing/2014/main" id="{05415172-8652-DF9A-3CC5-27F50DCFFB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50146" r="50058" b="25332"/>
          <a:stretch>
            <a:fillRect/>
          </a:stretch>
        </p:blipFill>
        <p:spPr>
          <a:xfrm>
            <a:off x="4976816" y="3715737"/>
            <a:ext cx="991646" cy="988412"/>
          </a:xfrm>
          <a:prstGeom prst="rect">
            <a:avLst/>
          </a:prstGeom>
        </p:spPr>
      </p:pic>
      <p:pic>
        <p:nvPicPr>
          <p:cNvPr id="61" name="Is 3x3">
            <a:extLst>
              <a:ext uri="{FF2B5EF4-FFF2-40B4-BE49-F238E27FC236}">
                <a16:creationId xmlns:a16="http://schemas.microsoft.com/office/drawing/2014/main" id="{75EC1F1D-9B59-09D6-8452-D3F0771379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50146" r="24654" b="25332"/>
          <a:stretch>
            <a:fillRect/>
          </a:stretch>
        </p:blipFill>
        <p:spPr>
          <a:xfrm>
            <a:off x="5985672" y="3715736"/>
            <a:ext cx="1009362" cy="988411"/>
          </a:xfrm>
          <a:prstGeom prst="rect">
            <a:avLst/>
          </a:prstGeom>
        </p:spPr>
      </p:pic>
      <p:pic>
        <p:nvPicPr>
          <p:cNvPr id="63" name="Is 3x4">
            <a:extLst>
              <a:ext uri="{FF2B5EF4-FFF2-40B4-BE49-F238E27FC236}">
                <a16:creationId xmlns:a16="http://schemas.microsoft.com/office/drawing/2014/main" id="{528E2362-D150-EED1-BE5F-0CC7BB5FBA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50146" b="25332"/>
          <a:stretch>
            <a:fillRect/>
          </a:stretch>
        </p:blipFill>
        <p:spPr>
          <a:xfrm>
            <a:off x="7012243" y="3715736"/>
            <a:ext cx="979099" cy="988411"/>
          </a:xfrm>
          <a:prstGeom prst="rect">
            <a:avLst/>
          </a:prstGeom>
        </p:spPr>
      </p:pic>
      <p:pic>
        <p:nvPicPr>
          <p:cNvPr id="65" name="Is 4x1">
            <a:extLst>
              <a:ext uri="{FF2B5EF4-FFF2-40B4-BE49-F238E27FC236}">
                <a16:creationId xmlns:a16="http://schemas.microsoft.com/office/drawing/2014/main" id="{D3F22ACD-1BB4-F54C-B28F-6170C6AB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478" r="75029"/>
          <a:stretch>
            <a:fillRect/>
          </a:stretch>
        </p:blipFill>
        <p:spPr>
          <a:xfrm>
            <a:off x="3950243" y="4736815"/>
            <a:ext cx="1009108" cy="988412"/>
          </a:xfrm>
          <a:prstGeom prst="rect">
            <a:avLst/>
          </a:prstGeom>
        </p:spPr>
      </p:pic>
      <p:pic>
        <p:nvPicPr>
          <p:cNvPr id="67" name="Is 4x2">
            <a:extLst>
              <a:ext uri="{FF2B5EF4-FFF2-40B4-BE49-F238E27FC236}">
                <a16:creationId xmlns:a16="http://schemas.microsoft.com/office/drawing/2014/main" id="{28E411CE-C1A8-AE5A-76C3-FABCF46ACC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75478" r="50058"/>
          <a:stretch>
            <a:fillRect/>
          </a:stretch>
        </p:blipFill>
        <p:spPr>
          <a:xfrm>
            <a:off x="4976816" y="4736815"/>
            <a:ext cx="991646" cy="988412"/>
          </a:xfrm>
          <a:prstGeom prst="rect">
            <a:avLst/>
          </a:prstGeom>
        </p:spPr>
      </p:pic>
      <p:pic>
        <p:nvPicPr>
          <p:cNvPr id="69" name="Is 4x3">
            <a:extLst>
              <a:ext uri="{FF2B5EF4-FFF2-40B4-BE49-F238E27FC236}">
                <a16:creationId xmlns:a16="http://schemas.microsoft.com/office/drawing/2014/main" id="{F6652789-7231-7F0C-5CB9-81B39E0340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75478" r="24655"/>
          <a:stretch>
            <a:fillRect/>
          </a:stretch>
        </p:blipFill>
        <p:spPr>
          <a:xfrm>
            <a:off x="5985671" y="4736815"/>
            <a:ext cx="1009363" cy="988412"/>
          </a:xfrm>
          <a:prstGeom prst="rect">
            <a:avLst/>
          </a:prstGeom>
        </p:spPr>
      </p:pic>
      <p:pic>
        <p:nvPicPr>
          <p:cNvPr id="71" name="Is 4x4">
            <a:extLst>
              <a:ext uri="{FF2B5EF4-FFF2-40B4-BE49-F238E27FC236}">
                <a16:creationId xmlns:a16="http://schemas.microsoft.com/office/drawing/2014/main" id="{F0F9E573-9A2C-D2BA-5DAA-89C22F134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75478"/>
          <a:stretch>
            <a:fillRect/>
          </a:stretch>
        </p:blipFill>
        <p:spPr>
          <a:xfrm>
            <a:off x="7012243" y="4736815"/>
            <a:ext cx="979099" cy="988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BA1E0-D9FE-2377-A364-C0C9B0B53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6BC7FABA-3CB8-42F9-348A-483DE031DA81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650B582-E78D-6FE3-D342-D2F8B901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653" y="1691288"/>
            <a:ext cx="4041099" cy="403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91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4855BC59-9B48-6B31-8E41-8CF53130414D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4" name="Imagen 23" descr="Screen shot of notification of low battery power ">
              <a:extLst>
                <a:ext uri="{FF2B5EF4-FFF2-40B4-BE49-F238E27FC236}">
                  <a16:creationId xmlns:a16="http://schemas.microsoft.com/office/drawing/2014/main" id="{995812B0-C22D-0AE3-0D4E-8C995B488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34057B0-EBEC-567A-5411-5C8A53564B93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D1C85222-19FB-07E7-89F6-E77BB42F1F92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615553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Hey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here's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tomorrow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. You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got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slide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6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please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practice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need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class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dude 😭</a:t>
              </a: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(104.37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78048714-E326-EA51-6B6E-2055014E7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362</Words>
  <Application>Microsoft Office PowerPoint</Application>
  <PresentationFormat>Panorámica</PresentationFormat>
  <Paragraphs>52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Presentación de PowerPoint</vt:lpstr>
      <vt:lpstr>Presentación de PowerPoint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60</cp:revision>
  <dcterms:created xsi:type="dcterms:W3CDTF">2026-10-14T22:28:15Z</dcterms:created>
  <dcterms:modified xsi:type="dcterms:W3CDTF">2026-10-22T03:42:18Z</dcterms:modified>
</cp:coreProperties>
</file>