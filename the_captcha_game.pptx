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66" r:id="rId6"/>
    <p:sldId id="259" r:id="rId7"/>
    <p:sldId id="260" r:id="rId8"/>
    <p:sldId id="261" r:id="rId9"/>
    <p:sldId id="262" r:id="rId10"/>
    <p:sldId id="263" r:id="rId11"/>
    <p:sldId id="265" r:id="rId12"/>
    <p:sldId id="267" r:id="rId13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</p14:sldIdLst>
        </p14:section>
        <p14:section name="The Game" id="{4D529446-FE4B-4573-A8D1-E3A2159D164D}">
          <p14:sldIdLst>
            <p14:sldId id="258"/>
            <p14:sldId id="266"/>
            <p14:sldId id="259"/>
            <p14:sldId id="260"/>
            <p14:sldId id="261"/>
            <p14:sldId id="262"/>
            <p14:sldId id="263"/>
            <p14:sldId id="265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73E8"/>
    <a:srgbClr val="FFFFFF"/>
    <a:srgbClr val="B43C1C"/>
    <a:srgbClr val="E8F0FE"/>
    <a:srgbClr val="E7ECF0"/>
    <a:srgbClr val="F5F5F5"/>
    <a:srgbClr val="1C57B1"/>
    <a:srgbClr val="E5E6F0"/>
    <a:srgbClr val="FBFAFD"/>
    <a:srgbClr val="EAEB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66" d="100"/>
          <a:sy n="66" d="100"/>
        </p:scale>
        <p:origin x="25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8.png"/><Relationship Id="rId3" Type="http://schemas.openxmlformats.org/officeDocument/2006/relationships/slide" Target="slide1.xml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17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9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audio" Target="../media/audio1.wav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gif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0.png"/><Relationship Id="rId5" Type="http://schemas.openxmlformats.org/officeDocument/2006/relationships/image" Target="../media/image15.png"/><Relationship Id="rId10" Type="http://schemas.openxmlformats.org/officeDocument/2006/relationships/slide" Target="slide4.xml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image" Target="../media/image21.png"/><Relationship Id="rId16" Type="http://schemas.openxmlformats.org/officeDocument/2006/relationships/image" Target="../media/image35.png"/><Relationship Id="rId20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19" Type="http://schemas.openxmlformats.org/officeDocument/2006/relationships/image" Target="../media/image2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12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5.png"/><Relationship Id="rId1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0"/>
    </mc:Choice>
    <mc:Fallback xmlns=""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397" y="6119769"/>
            <a:ext cx="576531" cy="57653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3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0257" y="5975858"/>
            <a:ext cx="155406" cy="14391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5663" y="5977520"/>
            <a:ext cx="171469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2908824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hlinkClick r:id="rId8" action="ppaction://hlinksldjump"/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hlinkClick r:id="rId8" action="ppaction://hlinksldjump"/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0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  <p:pic>
        <p:nvPicPr>
          <p:cNvPr id="32" name="Music off" descr="&lt;svg xmlns=&quot;http://www.w3.org/2000/svg&quot; height=&quot;24px&quot; viewBox=&quot;0 -960 960 960&quot; width=&quot;24px&quot; fill=&quot;#80808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14" name="title_screen.wav"/>
            </a:hlinkClick>
            <a:extLst>
              <a:ext uri="{FF2B5EF4-FFF2-40B4-BE49-F238E27FC236}">
                <a16:creationId xmlns:a16="http://schemas.microsoft.com/office/drawing/2014/main" id="{6EF3A4D8-EF0A-9D26-E63E-34BA16E9FCE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8266" y="6117831"/>
            <a:ext cx="572119" cy="572119"/>
          </a:xfrm>
          <a:prstGeom prst="rect">
            <a:avLst/>
          </a:prstGeom>
        </p:spPr>
      </p:pic>
      <p:pic>
        <p:nvPicPr>
          <p:cNvPr id="38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8CF52C1D-CFBD-72F5-84EB-89EE978A01E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5884" y="6115096"/>
            <a:ext cx="572119" cy="572119"/>
          </a:xfrm>
          <a:prstGeom prst="rect">
            <a:avLst/>
          </a:prstGeom>
        </p:spPr>
      </p:pic>
      <p:grpSp>
        <p:nvGrpSpPr>
          <p:cNvPr id="42" name="Grupo 41">
            <a:extLst>
              <a:ext uri="{FF2B5EF4-FFF2-40B4-BE49-F238E27FC236}">
                <a16:creationId xmlns:a16="http://schemas.microsoft.com/office/drawing/2014/main" id="{15EBAFF0-0CDD-0F01-C923-B0D492FF62C6}"/>
              </a:ext>
            </a:extLst>
          </p:cNvPr>
          <p:cNvGrpSpPr/>
          <p:nvPr/>
        </p:nvGrpSpPr>
        <p:grpSpPr>
          <a:xfrm>
            <a:off x="4034597" y="4857003"/>
            <a:ext cx="4233103" cy="1439056"/>
            <a:chOff x="4034597" y="4857003"/>
            <a:chExt cx="4037559" cy="1439056"/>
          </a:xfrm>
        </p:grpSpPr>
        <p:sp>
          <p:nvSpPr>
            <p:cNvPr id="31" name="Play button text and rectangle">
              <a:extLst>
                <a:ext uri="{FF2B5EF4-FFF2-40B4-BE49-F238E27FC236}">
                  <a16:creationId xmlns:a16="http://schemas.microsoft.com/office/drawing/2014/main" id="{EBE36448-A75C-4E55-CB6C-47ABE065697B}"/>
                </a:ext>
              </a:extLst>
            </p:cNvPr>
            <p:cNvSpPr/>
            <p:nvPr/>
          </p:nvSpPr>
          <p:spPr>
            <a:xfrm>
              <a:off x="4034597" y="4857003"/>
              <a:ext cx="4037559" cy="1439056"/>
            </a:xfrm>
            <a:prstGeom prst="roundRect">
              <a:avLst>
                <a:gd name="adj" fmla="val 3125"/>
              </a:avLst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2"/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Do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not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use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arrows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to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navigate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, </a:t>
              </a:r>
              <a:r>
                <a:rPr lang="es-ES" sz="2400" b="1" dirty="0" err="1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you</a:t>
              </a:r>
              <a:r>
                <a:rPr lang="es-ES" sz="2400" b="1" dirty="0">
                  <a:solidFill>
                    <a:srgbClr val="303F9F"/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 WILL be PUNISHED</a:t>
              </a:r>
              <a:endParaRPr lang="es-EC" sz="2400" b="1" dirty="0">
                <a:solidFill>
                  <a:srgbClr val="303F9F"/>
                </a:solidFill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41" name="Imagen 40" descr="&lt;svg xmlns=&quot;http://www.w3.org/2000/svg&quot; height=&quot;24px&quot; viewBox=&quot;0 -960 960 960&quot; width=&quot;24px&quot; fill=&quot;#303F9F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  <a:extLst>
                <a:ext uri="{FF2B5EF4-FFF2-40B4-BE49-F238E27FC236}">
                  <a16:creationId xmlns:a16="http://schemas.microsoft.com/office/drawing/2014/main" id="{690891B4-4D6C-AA6A-FE75-11252257C0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240899" y="5236230"/>
              <a:ext cx="549392" cy="57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11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Desktop background">
            <a:extLst>
              <a:ext uri="{FF2B5EF4-FFF2-40B4-BE49-F238E27FC236}">
                <a16:creationId xmlns:a16="http://schemas.microsoft.com/office/drawing/2014/main" id="{0EB6C401-1055-F2E9-B5EE-69B9A99906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628"/>
            <a:ext cx="12192000" cy="6850742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90F31C5-1F0E-9D7F-9069-4939BF17651B}"/>
              </a:ext>
            </a:extLst>
          </p:cNvPr>
          <p:cNvSpPr/>
          <p:nvPr/>
        </p:nvSpPr>
        <p:spPr>
          <a:xfrm>
            <a:off x="2627085" y="-174171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wake</a:t>
            </a:r>
            <a:r>
              <a:rPr lang="es-EC" i="1" dirty="0">
                <a:solidFill>
                  <a:srgbClr val="808080"/>
                </a:solidFill>
              </a:rPr>
              <a:t> up in </a:t>
            </a:r>
            <a:r>
              <a:rPr lang="es-EC" i="1" dirty="0" err="1">
                <a:solidFill>
                  <a:srgbClr val="808080"/>
                </a:solidFill>
              </a:rPr>
              <a:t>the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morning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ready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for</a:t>
            </a:r>
            <a:r>
              <a:rPr lang="es-EC" i="1" dirty="0">
                <a:solidFill>
                  <a:srgbClr val="808080"/>
                </a:solidFill>
              </a:rPr>
              <a:t> a new </a:t>
            </a:r>
            <a:r>
              <a:rPr lang="es-EC" i="1" dirty="0" err="1">
                <a:solidFill>
                  <a:srgbClr val="808080"/>
                </a:solidFill>
              </a:rPr>
              <a:t>day</a:t>
            </a:r>
            <a:r>
              <a:rPr lang="es-EC" i="1" dirty="0">
                <a:solidFill>
                  <a:srgbClr val="808080"/>
                </a:solidFill>
              </a:rPr>
              <a:t>.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DBFBD145-FD6F-F498-E139-217FECAD89C1}"/>
              </a:ext>
            </a:extLst>
          </p:cNvPr>
          <p:cNvSpPr/>
          <p:nvPr/>
        </p:nvSpPr>
        <p:spPr>
          <a:xfrm>
            <a:off x="2627084" y="-174172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turn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on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PC and decide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finish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some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homework</a:t>
            </a:r>
            <a:r>
              <a:rPr lang="es-EC" i="1" dirty="0">
                <a:solidFill>
                  <a:srgbClr val="808080"/>
                </a:solidFill>
              </a:rPr>
              <a:t>. 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3071EE-B768-ECA1-C55F-6F00DAEFAE96}"/>
              </a:ext>
            </a:extLst>
          </p:cNvPr>
          <p:cNvSpPr/>
          <p:nvPr/>
        </p:nvSpPr>
        <p:spPr>
          <a:xfrm>
            <a:off x="2627084" y="-174173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 err="1">
                <a:solidFill>
                  <a:srgbClr val="808080"/>
                </a:solidFill>
              </a:rPr>
              <a:t>Suddenly</a:t>
            </a:r>
            <a:r>
              <a:rPr lang="es-EC" i="1" dirty="0">
                <a:solidFill>
                  <a:srgbClr val="808080"/>
                </a:solidFill>
              </a:rPr>
              <a:t>, </a:t>
            </a:r>
            <a:r>
              <a:rPr lang="es-EC" i="1" dirty="0" err="1">
                <a:solidFill>
                  <a:srgbClr val="808080"/>
                </a:solidFill>
              </a:rPr>
              <a:t>your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friend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sends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</a:t>
            </a:r>
            <a:r>
              <a:rPr lang="es-EC" i="1" dirty="0">
                <a:solidFill>
                  <a:srgbClr val="808080"/>
                </a:solidFill>
              </a:rPr>
              <a:t> a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17" name="Notification">
            <a:extLst>
              <a:ext uri="{FF2B5EF4-FFF2-40B4-BE49-F238E27FC236}">
                <a16:creationId xmlns:a16="http://schemas.microsoft.com/office/drawing/2014/main" id="{9FF80B39-FB59-7705-C9F7-8FEDCF780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7743" y="5451988"/>
            <a:ext cx="3535714" cy="1313424"/>
          </a:xfrm>
          <a:prstGeom prst="rect">
            <a:avLst/>
          </a:prstGeom>
        </p:spPr>
      </p:pic>
      <p:grpSp>
        <p:nvGrpSpPr>
          <p:cNvPr id="4" name="Splash">
            <a:extLst>
              <a:ext uri="{FF2B5EF4-FFF2-40B4-BE49-F238E27FC236}">
                <a16:creationId xmlns:a16="http://schemas.microsoft.com/office/drawing/2014/main" id="{07D32A0B-43C8-427B-CB22-0A8FA1BB23CE}"/>
              </a:ext>
            </a:extLst>
          </p:cNvPr>
          <p:cNvGrpSpPr/>
          <p:nvPr/>
        </p:nvGrpSpPr>
        <p:grpSpPr>
          <a:xfrm>
            <a:off x="4383525" y="2258836"/>
            <a:ext cx="3419952" cy="2152950"/>
            <a:chOff x="4383525" y="2258836"/>
            <a:chExt cx="3419952" cy="2152950"/>
          </a:xfrm>
        </p:grpSpPr>
        <p:pic>
          <p:nvPicPr>
            <p:cNvPr id="18" name="Imagen 17" descr="Opening PowerPoint files from Teams get stuck loading at 0% : r/Office365">
              <a:extLst>
                <a:ext uri="{FF2B5EF4-FFF2-40B4-BE49-F238E27FC236}">
                  <a16:creationId xmlns:a16="http://schemas.microsoft.com/office/drawing/2014/main" id="{8440560E-551E-359C-9B8B-3E336A28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83525" y="2258836"/>
              <a:ext cx="3419952" cy="2152950"/>
            </a:xfrm>
            <a:prstGeom prst="rect">
              <a:avLst/>
            </a:prstGeom>
          </p:spPr>
        </p:pic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E6B890BF-C7B4-1761-C0D0-5D272503300C}"/>
                </a:ext>
              </a:extLst>
            </p:cNvPr>
            <p:cNvSpPr/>
            <p:nvPr/>
          </p:nvSpPr>
          <p:spPr>
            <a:xfrm>
              <a:off x="4414938" y="4244340"/>
              <a:ext cx="3357125" cy="127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2" name="Starting">
            <a:extLst>
              <a:ext uri="{FF2B5EF4-FFF2-40B4-BE49-F238E27FC236}">
                <a16:creationId xmlns:a16="http://schemas.microsoft.com/office/drawing/2014/main" id="{ADE2A024-3E29-312B-235A-54B900EF63B9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Starting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Loading init">
            <a:extLst>
              <a:ext uri="{FF2B5EF4-FFF2-40B4-BE49-F238E27FC236}">
                <a16:creationId xmlns:a16="http://schemas.microsoft.com/office/drawing/2014/main" id="{50F60CAB-FBE8-97FD-0C99-32470E2F71E3}"/>
              </a:ext>
            </a:extLst>
          </p:cNvPr>
          <p:cNvSpPr/>
          <p:nvPr/>
        </p:nvSpPr>
        <p:spPr>
          <a:xfrm>
            <a:off x="4391145" y="422935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oading 0">
            <a:extLst>
              <a:ext uri="{FF2B5EF4-FFF2-40B4-BE49-F238E27FC236}">
                <a16:creationId xmlns:a16="http://schemas.microsoft.com/office/drawing/2014/main" id="{C70121E2-DC5E-488A-36E8-59F384A5F4AD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Loading 10">
            <a:extLst>
              <a:ext uri="{FF2B5EF4-FFF2-40B4-BE49-F238E27FC236}">
                <a16:creationId xmlns:a16="http://schemas.microsoft.com/office/drawing/2014/main" id="{979DC77B-6085-ED66-D70A-1598F2822A26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Loading 27">
            <a:extLst>
              <a:ext uri="{FF2B5EF4-FFF2-40B4-BE49-F238E27FC236}">
                <a16:creationId xmlns:a16="http://schemas.microsoft.com/office/drawing/2014/main" id="{AE08180D-00C9-49ED-B8B2-796CA15E5111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(27%)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Loading 54">
            <a:extLst>
              <a:ext uri="{FF2B5EF4-FFF2-40B4-BE49-F238E27FC236}">
                <a16:creationId xmlns:a16="http://schemas.microsoft.com/office/drawing/2014/main" id="{D917621B-B5BF-9147-80F5-9DD78638B3D7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(54%)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Loading 73">
            <a:extLst>
              <a:ext uri="{FF2B5EF4-FFF2-40B4-BE49-F238E27FC236}">
                <a16:creationId xmlns:a16="http://schemas.microsoft.com/office/drawing/2014/main" id="{DAFA7E28-97C9-E8EE-02DD-5DBCAF7599D4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(73%)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oading 89">
            <a:extLst>
              <a:ext uri="{FF2B5EF4-FFF2-40B4-BE49-F238E27FC236}">
                <a16:creationId xmlns:a16="http://schemas.microsoft.com/office/drawing/2014/main" id="{99942711-38AB-335A-C899-9E20C61C2385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(89%)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Loading 97">
            <a:extLst>
              <a:ext uri="{FF2B5EF4-FFF2-40B4-BE49-F238E27FC236}">
                <a16:creationId xmlns:a16="http://schemas.microsoft.com/office/drawing/2014/main" id="{0FDE9D9B-7FA9-5C81-EE9E-018F96354E99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(97%)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Loading 100">
            <a:extLst>
              <a:ext uri="{FF2B5EF4-FFF2-40B4-BE49-F238E27FC236}">
                <a16:creationId xmlns:a16="http://schemas.microsoft.com/office/drawing/2014/main" id="{F3B2A458-C1E1-B892-D843-CADEE74F278A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Opening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presentation_final_final_1_(1)_(2).pptx (100%)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Almost done">
            <a:extLst>
              <a:ext uri="{FF2B5EF4-FFF2-40B4-BE49-F238E27FC236}">
                <a16:creationId xmlns:a16="http://schemas.microsoft.com/office/drawing/2014/main" id="{579787D5-6AA2-220F-6643-28AB938E6C65}"/>
              </a:ext>
            </a:extLst>
          </p:cNvPr>
          <p:cNvSpPr/>
          <p:nvPr/>
        </p:nvSpPr>
        <p:spPr>
          <a:xfrm>
            <a:off x="4392000" y="4229410"/>
            <a:ext cx="3308350" cy="127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Almost</a:t>
            </a:r>
            <a:r>
              <a:rPr lang="es-ES" sz="7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done</a:t>
            </a:r>
            <a:endParaRPr lang="es-EC" sz="7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7" name="PowerPoint Window">
            <a:extLst>
              <a:ext uri="{FF2B5EF4-FFF2-40B4-BE49-F238E27FC236}">
                <a16:creationId xmlns:a16="http://schemas.microsoft.com/office/drawing/2014/main" id="{F067EBE8-17D8-A626-A720-1929E76ED0EA}"/>
              </a:ext>
            </a:extLst>
          </p:cNvPr>
          <p:cNvGrpSpPr/>
          <p:nvPr/>
        </p:nvGrpSpPr>
        <p:grpSpPr>
          <a:xfrm>
            <a:off x="0" y="0"/>
            <a:ext cx="12192000" cy="6438899"/>
            <a:chOff x="0" y="0"/>
            <a:chExt cx="12192000" cy="6438899"/>
          </a:xfrm>
        </p:grpSpPr>
        <p:pic>
          <p:nvPicPr>
            <p:cNvPr id="23" name="Imagen 22">
              <a:extLst>
                <a:ext uri="{FF2B5EF4-FFF2-40B4-BE49-F238E27FC236}">
                  <a16:creationId xmlns:a16="http://schemas.microsoft.com/office/drawing/2014/main" id="{4376F841-4016-EBA4-2686-B8AA527D6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012"/>
            <a:stretch>
              <a:fillRect/>
            </a:stretch>
          </p:blipFill>
          <p:spPr>
            <a:xfrm>
              <a:off x="0" y="0"/>
              <a:ext cx="12192000" cy="6438899"/>
            </a:xfrm>
            <a:prstGeom prst="rect">
              <a:avLst/>
            </a:prstGeom>
          </p:spPr>
        </p:pic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6D60DC59-1567-3605-C59F-990201FA3C85}"/>
                </a:ext>
              </a:extLst>
            </p:cNvPr>
            <p:cNvSpPr/>
            <p:nvPr/>
          </p:nvSpPr>
          <p:spPr>
            <a:xfrm>
              <a:off x="101600" y="1683657"/>
              <a:ext cx="1524000" cy="454093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6" name="Rectángulo 25">
              <a:extLst>
                <a:ext uri="{FF2B5EF4-FFF2-40B4-BE49-F238E27FC236}">
                  <a16:creationId xmlns:a16="http://schemas.microsoft.com/office/drawing/2014/main" id="{40D3CAFA-2088-8A31-54D2-2C17BB46D60C}"/>
                </a:ext>
              </a:extLst>
            </p:cNvPr>
            <p:cNvSpPr/>
            <p:nvPr/>
          </p:nvSpPr>
          <p:spPr>
            <a:xfrm>
              <a:off x="2188678" y="1683656"/>
              <a:ext cx="8707922" cy="4247243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28" name="Rectángulo 27">
              <a:extLst>
                <a:ext uri="{FF2B5EF4-FFF2-40B4-BE49-F238E27FC236}">
                  <a16:creationId xmlns:a16="http://schemas.microsoft.com/office/drawing/2014/main" id="{42D8F27D-9CA7-0CD0-EDAB-764C6B076313}"/>
                </a:ext>
              </a:extLst>
            </p:cNvPr>
            <p:cNvSpPr/>
            <p:nvPr/>
          </p:nvSpPr>
          <p:spPr>
            <a:xfrm>
              <a:off x="2930851" y="53889"/>
              <a:ext cx="2492049" cy="403311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30" name="Rectángulo 29">
              <a:extLst>
                <a:ext uri="{FF2B5EF4-FFF2-40B4-BE49-F238E27FC236}">
                  <a16:creationId xmlns:a16="http://schemas.microsoft.com/office/drawing/2014/main" id="{5C57DB18-A191-75B4-93A6-A2E34E0D8BA1}"/>
                </a:ext>
              </a:extLst>
            </p:cNvPr>
            <p:cNvSpPr/>
            <p:nvPr/>
          </p:nvSpPr>
          <p:spPr>
            <a:xfrm>
              <a:off x="10480542" y="85392"/>
              <a:ext cx="416058" cy="313749"/>
            </a:xfrm>
            <a:prstGeom prst="rect">
              <a:avLst/>
            </a:prstGeom>
            <a:solidFill>
              <a:srgbClr val="E7ECF0"/>
            </a:solidFill>
            <a:ln>
              <a:solidFill>
                <a:srgbClr val="E7EC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36" name="Imagen 35">
              <a:extLst>
                <a:ext uri="{FF2B5EF4-FFF2-40B4-BE49-F238E27FC236}">
                  <a16:creationId xmlns:a16="http://schemas.microsoft.com/office/drawing/2014/main" id="{59ED67D5-855C-A79D-36E2-97D60088A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569044" y="85392"/>
              <a:ext cx="258612" cy="258612"/>
            </a:xfrm>
            <a:prstGeom prst="rect">
              <a:avLst/>
            </a:prstGeom>
          </p:spPr>
        </p:pic>
      </p:grpSp>
      <p:pic>
        <p:nvPicPr>
          <p:cNvPr id="46" name="Captcha popup">
            <a:extLst>
              <a:ext uri="{FF2B5EF4-FFF2-40B4-BE49-F238E27FC236}">
                <a16:creationId xmlns:a16="http://schemas.microsoft.com/office/drawing/2014/main" id="{BEC25843-1B00-0462-8C94-0F1BA426CA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1600" y="2185200"/>
            <a:ext cx="4400246" cy="2793103"/>
          </a:xfrm>
          <a:prstGeom prst="rect">
            <a:avLst/>
          </a:prstGeom>
        </p:spPr>
      </p:pic>
      <p:sp>
        <p:nvSpPr>
          <p:cNvPr id="22" name="Text 4">
            <a:extLst>
              <a:ext uri="{FF2B5EF4-FFF2-40B4-BE49-F238E27FC236}">
                <a16:creationId xmlns:a16="http://schemas.microsoft.com/office/drawing/2014/main" id="{56F400EC-DF84-2D3F-4DE8-7BA13F6F1A5B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A </a:t>
            </a:r>
            <a:r>
              <a:rPr lang="es-EC" i="1" dirty="0" err="1">
                <a:solidFill>
                  <a:srgbClr val="808080"/>
                </a:solidFill>
              </a:rPr>
              <a:t>weird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message</a:t>
            </a:r>
            <a:r>
              <a:rPr lang="es-EC" i="1" dirty="0">
                <a:solidFill>
                  <a:srgbClr val="808080"/>
                </a:solidFill>
              </a:rPr>
              <a:t> box </a:t>
            </a:r>
            <a:r>
              <a:rPr lang="es-EC" i="1" dirty="0" err="1">
                <a:solidFill>
                  <a:srgbClr val="808080"/>
                </a:solidFill>
              </a:rPr>
              <a:t>appears</a:t>
            </a:r>
            <a:r>
              <a:rPr lang="es-EC" i="1" dirty="0">
                <a:solidFill>
                  <a:srgbClr val="808080"/>
                </a:solidFill>
              </a:rPr>
              <a:t>…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E22FD561-B709-95EA-B2E6-99479F8FF6DD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C" i="1" dirty="0">
                <a:solidFill>
                  <a:srgbClr val="808080"/>
                </a:solidFill>
              </a:rPr>
              <a:t>You </a:t>
            </a:r>
            <a:r>
              <a:rPr lang="es-EC" i="1" dirty="0" err="1">
                <a:solidFill>
                  <a:srgbClr val="808080"/>
                </a:solidFill>
              </a:rPr>
              <a:t>think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to</a:t>
            </a:r>
            <a:r>
              <a:rPr lang="es-EC" i="1" dirty="0">
                <a:solidFill>
                  <a:srgbClr val="808080"/>
                </a:solidFill>
              </a:rPr>
              <a:t> </a:t>
            </a:r>
            <a:r>
              <a:rPr lang="es-EC" i="1" dirty="0" err="1">
                <a:solidFill>
                  <a:srgbClr val="808080"/>
                </a:solidFill>
              </a:rPr>
              <a:t>yourself</a:t>
            </a:r>
            <a:r>
              <a:rPr lang="es-EC" i="1" dirty="0">
                <a:solidFill>
                  <a:srgbClr val="808080"/>
                </a:solidFill>
              </a:rPr>
              <a:t>: “Huh, </a:t>
            </a:r>
            <a:r>
              <a:rPr lang="es-EC" i="1" dirty="0" err="1">
                <a:solidFill>
                  <a:srgbClr val="808080"/>
                </a:solidFill>
              </a:rPr>
              <a:t>that’s</a:t>
            </a:r>
            <a:r>
              <a:rPr lang="es-EC" i="1" dirty="0">
                <a:solidFill>
                  <a:srgbClr val="808080"/>
                </a:solidFill>
              </a:rPr>
              <a:t> new…”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FC7CBC6-2922-668B-0FDB-4741BEA2FEE1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“…Well, </a:t>
            </a:r>
            <a:r>
              <a:rPr lang="en-US" i="1" dirty="0" err="1">
                <a:solidFill>
                  <a:srgbClr val="808080"/>
                </a:solidFill>
              </a:rPr>
              <a:t>gotta</a:t>
            </a:r>
            <a:r>
              <a:rPr lang="en-US" i="1" dirty="0">
                <a:solidFill>
                  <a:srgbClr val="808080"/>
                </a:solidFill>
              </a:rPr>
              <a:t> keep safe from the clankers somehow…”</a:t>
            </a:r>
            <a:endParaRPr lang="es-EC" dirty="0">
              <a:solidFill>
                <a:srgbClr val="808080"/>
              </a:solidFill>
            </a:endParaRPr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06406D3-4AFE-C8A0-E123-89A9F1EF275C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“…Just click the checkbox…”</a:t>
            </a:r>
            <a:endParaRPr lang="es-EC" dirty="0">
              <a:solidFill>
                <a:srgbClr val="808080"/>
              </a:solidFill>
            </a:endParaRPr>
          </a:p>
        </p:txBody>
      </p:sp>
      <p:pic>
        <p:nvPicPr>
          <p:cNvPr id="38" name="reCAPTCHA Spinner">
            <a:extLst>
              <a:ext uri="{FF2B5EF4-FFF2-40B4-BE49-F238E27FC236}">
                <a16:creationId xmlns:a16="http://schemas.microsoft.com/office/drawing/2014/main" id="{F474DD8F-7A02-1C49-0839-F0E3C1C58C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2" t="18288" r="82813" b="17647"/>
          <a:stretch>
            <a:fillRect/>
          </a:stretch>
        </p:blipFill>
        <p:spPr>
          <a:xfrm>
            <a:off x="5081032" y="3524578"/>
            <a:ext cx="347131" cy="396434"/>
          </a:xfrm>
          <a:prstGeom prst="rect">
            <a:avLst/>
          </a:prstGeom>
        </p:spPr>
      </p:pic>
      <p:pic>
        <p:nvPicPr>
          <p:cNvPr id="15" name="Pointer" descr="Computer Mouse Icon for User Interfaces">
            <a:extLst>
              <a:ext uri="{FF2B5EF4-FFF2-40B4-BE49-F238E27FC236}">
                <a16:creationId xmlns:a16="http://schemas.microsoft.com/office/drawing/2014/main" id="{0DFDA3D2-3CFF-678A-78FA-E6307C98D767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054549" y="3275805"/>
            <a:ext cx="306388" cy="306388"/>
          </a:xfrm>
          <a:prstGeom prst="rect">
            <a:avLst/>
          </a:prstGeom>
        </p:spPr>
      </p:pic>
      <p:sp>
        <p:nvSpPr>
          <p:cNvPr id="47" name="Text 8">
            <a:extLst>
              <a:ext uri="{FF2B5EF4-FFF2-40B4-BE49-F238E27FC236}">
                <a16:creationId xmlns:a16="http://schemas.microsoft.com/office/drawing/2014/main" id="{A3BD596E-C1C7-6A68-ADCC-59D753CE1671}"/>
              </a:ext>
            </a:extLst>
          </p:cNvPr>
          <p:cNvSpPr/>
          <p:nvPr/>
        </p:nvSpPr>
        <p:spPr>
          <a:xfrm>
            <a:off x="2628000" y="-172800"/>
            <a:ext cx="6937829" cy="1146629"/>
          </a:xfrm>
          <a:prstGeom prst="roundRect">
            <a:avLst/>
          </a:prstGeom>
          <a:solidFill>
            <a:srgbClr val="E8F0FE"/>
          </a:solidFill>
          <a:ln>
            <a:solidFill>
              <a:srgbClr val="E8F0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rgbClr val="808080"/>
                </a:solidFill>
              </a:rPr>
              <a:t>“…Huh, why is it not working?!?!?!”</a:t>
            </a:r>
            <a:endParaRPr lang="es-EC" dirty="0">
              <a:solidFill>
                <a:srgbClr val="808080"/>
              </a:solidFill>
            </a:endParaRPr>
          </a:p>
        </p:txBody>
      </p:sp>
      <p:grpSp>
        <p:nvGrpSpPr>
          <p:cNvPr id="52" name="Next Button">
            <a:extLst>
              <a:ext uri="{FF2B5EF4-FFF2-40B4-BE49-F238E27FC236}">
                <a16:creationId xmlns:a16="http://schemas.microsoft.com/office/drawing/2014/main" id="{3B244F70-B9F2-894C-0645-9A2B60FBD533}"/>
              </a:ext>
            </a:extLst>
          </p:cNvPr>
          <p:cNvGrpSpPr/>
          <p:nvPr/>
        </p:nvGrpSpPr>
        <p:grpSpPr>
          <a:xfrm>
            <a:off x="5668743" y="5873050"/>
            <a:ext cx="6937829" cy="1146629"/>
            <a:chOff x="5668743" y="5873050"/>
            <a:chExt cx="6937829" cy="1146629"/>
          </a:xfrm>
        </p:grpSpPr>
        <p:sp>
          <p:nvSpPr>
            <p:cNvPr id="48" name="Next btn text">
              <a:hlinkClick r:id="rId10" action="ppaction://hlinksldjump"/>
              <a:extLst>
                <a:ext uri="{FF2B5EF4-FFF2-40B4-BE49-F238E27FC236}">
                  <a16:creationId xmlns:a16="http://schemas.microsoft.com/office/drawing/2014/main" id="{5C1E3F8C-8F5E-04BE-2466-CC41D0B847CD}"/>
                </a:ext>
              </a:extLst>
            </p:cNvPr>
            <p:cNvSpPr/>
            <p:nvPr/>
          </p:nvSpPr>
          <p:spPr>
            <a:xfrm>
              <a:off x="5668743" y="5873050"/>
              <a:ext cx="6937829" cy="1146629"/>
            </a:xfrm>
            <a:prstGeom prst="roundRect">
              <a:avLst/>
            </a:prstGeom>
            <a:solidFill>
              <a:srgbClr val="E8F0FE"/>
            </a:solidFill>
            <a:ln>
              <a:solidFill>
                <a:srgbClr val="E8F0FE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1"/>
              <a:r>
                <a:rPr lang="en-US" sz="2000" b="1" dirty="0">
                  <a:solidFill>
                    <a:srgbClr val="808080"/>
                  </a:solidFill>
                </a:rPr>
                <a:t>This is where our story begins…</a:t>
              </a:r>
              <a:endParaRPr lang="es-EC" sz="2000" b="1" dirty="0">
                <a:solidFill>
                  <a:srgbClr val="808080"/>
                </a:solidFill>
              </a:endParaRPr>
            </a:p>
          </p:txBody>
        </p:sp>
        <p:pic>
          <p:nvPicPr>
            <p:cNvPr id="51" name="Next btn arrow" descr="&lt;svg xmlns=&quot;http://www.w3.org/2000/svg&quot; height=&quot;24px&quot; viewBox=&quot;0 -960 960 960&quot; width=&quot;24px&quot; fill=&quot;#303F9F&quot;&gt;&lt;path d=&quot;M647-440H160v-80h487L423-744l57-56 320 320-320 320-57-56 224-224Z&quot;/&gt;&lt;/svg&gt;">
              <a:hlinkClick r:id="rId10" action="ppaction://hlinksldjump"/>
              <a:extLst>
                <a:ext uri="{FF2B5EF4-FFF2-40B4-BE49-F238E27FC236}">
                  <a16:creationId xmlns:a16="http://schemas.microsoft.com/office/drawing/2014/main" id="{3EA20AB1-BCB9-889A-E8E9-D8B29D34A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799008" y="6097933"/>
              <a:ext cx="760067" cy="7600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9000"/>
                            </p:stCondLst>
                            <p:childTnLst>
                              <p:par>
                                <p:cTn id="33" presetID="0" presetClass="path" presetSubtype="0" accel="50000" decel="5000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4.58333E-6 1.48148E-6 L 0.10495 0.42523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47" y="212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2000"/>
                            </p:stCondLst>
                            <p:childTnLst>
                              <p:par>
                                <p:cTn id="36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2500"/>
                            </p:stCondLst>
                            <p:childTnLst>
                              <p:par>
                                <p:cTn id="39" presetID="2" presetClass="exit" presetSubtype="1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0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2" presetClass="exit" presetSubtype="1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30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3500"/>
                            </p:stCondLst>
                            <p:childTnLst>
                              <p:par>
                                <p:cTn id="66" presetID="1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5000"/>
                            </p:stCondLst>
                            <p:childTnLst>
                              <p:par>
                                <p:cTn id="69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625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725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7500"/>
                            </p:stCondLst>
                            <p:childTnLst>
                              <p:par>
                                <p:cTn id="7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7750"/>
                            </p:stCondLst>
                            <p:childTnLst>
                              <p:par>
                                <p:cTn id="8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80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825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8500"/>
                            </p:stCondLst>
                            <p:childTnLst>
                              <p:par>
                                <p:cTn id="90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750"/>
                            </p:stCondLst>
                            <p:childTnLst>
                              <p:par>
                                <p:cTn id="93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9000"/>
                            </p:stCondLst>
                            <p:childTnLst>
                              <p:par>
                                <p:cTn id="96" presetID="1" presetClass="entr" presetSubtype="0" fill="hold" grpId="0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20250"/>
                            </p:stCondLst>
                            <p:childTnLst>
                              <p:par>
                                <p:cTn id="99" presetID="1" presetClass="exit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22250"/>
                            </p:stCondLst>
                            <p:childTnLst>
                              <p:par>
                                <p:cTn id="124" presetID="1" presetClass="entr" presetSubtype="0" fill="hold" nodeType="after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xit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3500"/>
                            </p:stCondLst>
                            <p:childTnLst>
                              <p:par>
                                <p:cTn id="129" presetID="1" presetClass="entr" presetSubtype="0" fill="hold" nodeType="after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5750"/>
                            </p:stCondLst>
                            <p:childTnLst>
                              <p:par>
                                <p:cTn id="132" presetID="2" presetClass="entr" presetSubtype="1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27750"/>
                            </p:stCondLst>
                            <p:childTnLst>
                              <p:par>
                                <p:cTn id="13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30250"/>
                            </p:stCondLst>
                            <p:childTnLst>
                              <p:par>
                                <p:cTn id="144" presetID="10" presetClass="entr" presetSubtype="0" fill="hold" grpId="0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2250"/>
                            </p:stCondLst>
                            <p:childTnLst>
                              <p:par>
                                <p:cTn id="153" presetID="0" presetClass="path" presetSubtype="0" accel="50000" decel="5000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animMotion origin="layout" path="M 0.10313 0.42037 L -0.07044 0.05926 " pathEditMode="relative" rAng="0" ptsTypes="AA">
                                      <p:cBhvr>
                                        <p:cTn id="154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85" y="-18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35750"/>
                            </p:stCondLst>
                            <p:childTnLst>
                              <p:par>
                                <p:cTn id="156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29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6250"/>
                            </p:stCondLst>
                            <p:childTnLst>
                              <p:par>
                                <p:cTn id="163" presetID="6" presetClass="emph" presetSubtype="0" autoRev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64" dur="250" fill="hold"/>
                                        <p:tgtEl>
                                          <p:spTgt spid="15"/>
                                        </p:tgtEl>
                                      </p:cBhvr>
                                      <p:by x="125000" y="125000"/>
                                    </p:animScale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6750"/>
                            </p:stCondLst>
                            <p:childTnLst>
                              <p:par>
                                <p:cTn id="168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1" fill="hold">
                            <p:stCondLst>
                              <p:cond delay="39250"/>
                            </p:stCondLst>
                            <p:childTnLst>
                              <p:par>
                                <p:cTn id="172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3" grpId="0" animBg="1"/>
      <p:bldP spid="3" grpId="1" build="allAtOnce" animBg="1"/>
      <p:bldP spid="5" grpId="0" animBg="1"/>
      <p:bldP spid="5" grpId="1" build="allAtOnce" animBg="1"/>
      <p:bldP spid="2" grpId="0" animBg="1"/>
      <p:bldP spid="2" grpId="1" animBg="1"/>
      <p:bldP spid="19" grpId="0" animBg="1"/>
      <p:bldP spid="19" grpId="1" animBg="1"/>
      <p:bldP spid="7" grpId="0" animBg="1"/>
      <p:bldP spid="7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  <p:bldP spid="16" grpId="1" animBg="1"/>
      <p:bldP spid="20" grpId="0" animBg="1"/>
      <p:bldP spid="20" grpId="1" animBg="1"/>
      <p:bldP spid="22" grpId="0" animBg="1"/>
      <p:bldP spid="25" grpId="0" uiExpand="1" build="allAtOnce" animBg="1"/>
      <p:bldP spid="27" grpId="0" uiExpand="1" build="allAtOnce" animBg="1"/>
      <p:bldP spid="29" grpId="2" uiExpand="1" build="allAtOnce" animBg="1"/>
      <p:bldP spid="4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er">
            <a:extLst>
              <a:ext uri="{FF2B5EF4-FFF2-40B4-BE49-F238E27FC236}">
                <a16:creationId xmlns:a16="http://schemas.microsoft.com/office/drawing/2014/main" id="{F18B7E14-E520-4D8F-30F0-FE23EF1B9535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all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squares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with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traffic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lights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12" name="ls 1x1">
            <a:extLst>
              <a:ext uri="{FF2B5EF4-FFF2-40B4-BE49-F238E27FC236}">
                <a16:creationId xmlns:a16="http://schemas.microsoft.com/office/drawing/2014/main" id="{9990CF75-B942-DE8E-C3F5-0FF532203EC4}"/>
              </a:ext>
            </a:extLst>
          </p:cNvPr>
          <p:cNvGrpSpPr/>
          <p:nvPr/>
        </p:nvGrpSpPr>
        <p:grpSpPr>
          <a:xfrm>
            <a:off x="3948653" y="1692000"/>
            <a:ext cx="1009108" cy="990000"/>
            <a:chOff x="3948653" y="1692000"/>
            <a:chExt cx="1009108" cy="990000"/>
          </a:xfrm>
        </p:grpSpPr>
        <p:sp>
          <p:nvSpPr>
            <p:cNvPr id="2" name="White bg">
              <a:extLst>
                <a:ext uri="{FF2B5EF4-FFF2-40B4-BE49-F238E27FC236}">
                  <a16:creationId xmlns:a16="http://schemas.microsoft.com/office/drawing/2014/main" id="{16BF8B1A-6EFA-5058-851B-E038CD718692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41" name="Is 1x1">
              <a:extLst>
                <a:ext uri="{FF2B5EF4-FFF2-40B4-BE49-F238E27FC236}">
                  <a16:creationId xmlns:a16="http://schemas.microsoft.com/office/drawing/2014/main" id="{27119687-10FC-958D-F12B-913F240A47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5029" b="75479"/>
            <a:stretch>
              <a:fillRect/>
            </a:stretch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4" name="Blue check1">
            <a:extLst>
              <a:ext uri="{FF2B5EF4-FFF2-40B4-BE49-F238E27FC236}">
                <a16:creationId xmlns:a16="http://schemas.microsoft.com/office/drawing/2014/main" id="{DFDDDDB0-BC1F-2982-080A-258F43319440}"/>
              </a:ext>
            </a:extLst>
          </p:cNvPr>
          <p:cNvGrpSpPr/>
          <p:nvPr/>
        </p:nvGrpSpPr>
        <p:grpSpPr>
          <a:xfrm>
            <a:off x="3961195" y="1701401"/>
            <a:ext cx="209805" cy="212185"/>
            <a:chOff x="3961195" y="1701401"/>
            <a:chExt cx="209805" cy="212185"/>
          </a:xfrm>
        </p:grpSpPr>
        <p:sp>
          <p:nvSpPr>
            <p:cNvPr id="5" name="Blue circle">
              <a:extLst>
                <a:ext uri="{FF2B5EF4-FFF2-40B4-BE49-F238E27FC236}">
                  <a16:creationId xmlns:a16="http://schemas.microsoft.com/office/drawing/2014/main" id="{E1995108-0D70-E7C7-0E13-1517549080FF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3F79CDC0-2223-57D5-B0B6-04977303EE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9" name="I 1x1">
            <a:extLst>
              <a:ext uri="{FF2B5EF4-FFF2-40B4-BE49-F238E27FC236}">
                <a16:creationId xmlns:a16="http://schemas.microsoft.com/office/drawing/2014/main" id="{8815484A-1141-7341-EAB0-D58B8F22B3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75029" b="75479"/>
          <a:stretch>
            <a:fillRect/>
          </a:stretch>
        </p:blipFill>
        <p:spPr>
          <a:xfrm>
            <a:off x="3948653" y="1691289"/>
            <a:ext cx="1009109" cy="988411"/>
          </a:xfrm>
          <a:prstGeom prst="rect">
            <a:avLst/>
          </a:prstGeom>
        </p:spPr>
      </p:pic>
      <p:grpSp>
        <p:nvGrpSpPr>
          <p:cNvPr id="16" name="ls 1x2">
            <a:extLst>
              <a:ext uri="{FF2B5EF4-FFF2-40B4-BE49-F238E27FC236}">
                <a16:creationId xmlns:a16="http://schemas.microsoft.com/office/drawing/2014/main" id="{D3187BA3-07DF-55A5-A020-8EC24C5F22C6}"/>
              </a:ext>
            </a:extLst>
          </p:cNvPr>
          <p:cNvGrpSpPr/>
          <p:nvPr/>
        </p:nvGrpSpPr>
        <p:grpSpPr>
          <a:xfrm>
            <a:off x="4974973" y="1692000"/>
            <a:ext cx="1009108" cy="990000"/>
            <a:chOff x="3948653" y="1692000"/>
            <a:chExt cx="1009108" cy="990000"/>
          </a:xfrm>
        </p:grpSpPr>
        <p:sp>
          <p:nvSpPr>
            <p:cNvPr id="18" name="White bg">
              <a:extLst>
                <a:ext uri="{FF2B5EF4-FFF2-40B4-BE49-F238E27FC236}">
                  <a16:creationId xmlns:a16="http://schemas.microsoft.com/office/drawing/2014/main" id="{BB5C18C6-8046-7690-FFCD-065CC7869093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20" name="Is 1x1">
              <a:extLst>
                <a:ext uri="{FF2B5EF4-FFF2-40B4-BE49-F238E27FC236}">
                  <a16:creationId xmlns:a16="http://schemas.microsoft.com/office/drawing/2014/main" id="{54AA7C30-EEAB-DD18-F8F4-535D1AB6E5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26" b="1026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22" name="Blue check2">
            <a:extLst>
              <a:ext uri="{FF2B5EF4-FFF2-40B4-BE49-F238E27FC236}">
                <a16:creationId xmlns:a16="http://schemas.microsoft.com/office/drawing/2014/main" id="{DC6CBD38-B8EC-F609-06E5-7C8B6367DC98}"/>
              </a:ext>
            </a:extLst>
          </p:cNvPr>
          <p:cNvGrpSpPr/>
          <p:nvPr/>
        </p:nvGrpSpPr>
        <p:grpSpPr>
          <a:xfrm>
            <a:off x="4987515" y="1701401"/>
            <a:ext cx="209805" cy="212185"/>
            <a:chOff x="3961195" y="1701401"/>
            <a:chExt cx="209805" cy="212185"/>
          </a:xfrm>
        </p:grpSpPr>
        <p:sp>
          <p:nvSpPr>
            <p:cNvPr id="24" name="Blue circle">
              <a:extLst>
                <a:ext uri="{FF2B5EF4-FFF2-40B4-BE49-F238E27FC236}">
                  <a16:creationId xmlns:a16="http://schemas.microsoft.com/office/drawing/2014/main" id="{23A472CD-FB0A-1221-20F4-2368A8F53694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6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EFDFF1BE-B4D8-A301-170C-77CF25138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1" name="I 1x2">
            <a:extLst>
              <a:ext uri="{FF2B5EF4-FFF2-40B4-BE49-F238E27FC236}">
                <a16:creationId xmlns:a16="http://schemas.microsoft.com/office/drawing/2014/main" id="{A858A211-6292-33C6-1D8F-CB26E53ED2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r="50058" b="75478"/>
          <a:stretch>
            <a:fillRect/>
          </a:stretch>
        </p:blipFill>
        <p:spPr>
          <a:xfrm>
            <a:off x="4975226" y="1691289"/>
            <a:ext cx="991646" cy="988411"/>
          </a:xfrm>
          <a:prstGeom prst="rect">
            <a:avLst/>
          </a:prstGeom>
        </p:spPr>
      </p:pic>
      <p:grpSp>
        <p:nvGrpSpPr>
          <p:cNvPr id="36" name="ls 1x3">
            <a:extLst>
              <a:ext uri="{FF2B5EF4-FFF2-40B4-BE49-F238E27FC236}">
                <a16:creationId xmlns:a16="http://schemas.microsoft.com/office/drawing/2014/main" id="{024669AF-A37E-9CB8-5089-6FDFE6199419}"/>
              </a:ext>
            </a:extLst>
          </p:cNvPr>
          <p:cNvGrpSpPr/>
          <p:nvPr/>
        </p:nvGrpSpPr>
        <p:grpSpPr>
          <a:xfrm>
            <a:off x="5980267" y="1689700"/>
            <a:ext cx="1009108" cy="990000"/>
            <a:chOff x="3948653" y="1692000"/>
            <a:chExt cx="1009108" cy="990000"/>
          </a:xfrm>
        </p:grpSpPr>
        <p:sp>
          <p:nvSpPr>
            <p:cNvPr id="38" name="White bg">
              <a:extLst>
                <a:ext uri="{FF2B5EF4-FFF2-40B4-BE49-F238E27FC236}">
                  <a16:creationId xmlns:a16="http://schemas.microsoft.com/office/drawing/2014/main" id="{4D131C1D-65E9-205C-DA42-4E2FEB39BC5D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40" name="Is 1x1">
              <a:extLst>
                <a:ext uri="{FF2B5EF4-FFF2-40B4-BE49-F238E27FC236}">
                  <a16:creationId xmlns:a16="http://schemas.microsoft.com/office/drawing/2014/main" id="{84CE8A15-749C-E788-D6C9-8E19F84B27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5" r="765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42" name="Blue check3">
            <a:extLst>
              <a:ext uri="{FF2B5EF4-FFF2-40B4-BE49-F238E27FC236}">
                <a16:creationId xmlns:a16="http://schemas.microsoft.com/office/drawing/2014/main" id="{FB62B426-347B-FF8D-C130-6D20239BEAA4}"/>
              </a:ext>
            </a:extLst>
          </p:cNvPr>
          <p:cNvGrpSpPr/>
          <p:nvPr/>
        </p:nvGrpSpPr>
        <p:grpSpPr>
          <a:xfrm>
            <a:off x="5992809" y="1699101"/>
            <a:ext cx="209805" cy="212185"/>
            <a:chOff x="3961195" y="1701401"/>
            <a:chExt cx="209805" cy="212185"/>
          </a:xfrm>
        </p:grpSpPr>
        <p:sp>
          <p:nvSpPr>
            <p:cNvPr id="44" name="Blue circle">
              <a:extLst>
                <a:ext uri="{FF2B5EF4-FFF2-40B4-BE49-F238E27FC236}">
                  <a16:creationId xmlns:a16="http://schemas.microsoft.com/office/drawing/2014/main" id="{9306B27C-4E17-1C55-EA54-3577A17B27E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6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A7A9BA35-F82A-8545-F7FA-2A2946222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5" name="I 1x3">
            <a:extLst>
              <a:ext uri="{FF2B5EF4-FFF2-40B4-BE49-F238E27FC236}">
                <a16:creationId xmlns:a16="http://schemas.microsoft.com/office/drawing/2014/main" id="{1E344F9E-C650-09D0-1B13-5B2D99DCB0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43" r="24539" b="75478"/>
          <a:stretch>
            <a:fillRect/>
          </a:stretch>
        </p:blipFill>
        <p:spPr>
          <a:xfrm>
            <a:off x="5966872" y="1691289"/>
            <a:ext cx="1031234" cy="988412"/>
          </a:xfrm>
          <a:prstGeom prst="rect">
            <a:avLst/>
          </a:prstGeom>
        </p:spPr>
      </p:pic>
      <p:grpSp>
        <p:nvGrpSpPr>
          <p:cNvPr id="48" name="ls 1x4">
            <a:extLst>
              <a:ext uri="{FF2B5EF4-FFF2-40B4-BE49-F238E27FC236}">
                <a16:creationId xmlns:a16="http://schemas.microsoft.com/office/drawing/2014/main" id="{7F695876-B30B-3B0C-EA4E-91560FFFFB10}"/>
              </a:ext>
            </a:extLst>
          </p:cNvPr>
          <p:cNvGrpSpPr/>
          <p:nvPr/>
        </p:nvGrpSpPr>
        <p:grpSpPr>
          <a:xfrm>
            <a:off x="6990305" y="1689700"/>
            <a:ext cx="1009108" cy="990000"/>
            <a:chOff x="3948653" y="1692000"/>
            <a:chExt cx="1009108" cy="990000"/>
          </a:xfrm>
        </p:grpSpPr>
        <p:sp>
          <p:nvSpPr>
            <p:cNvPr id="50" name="White bg">
              <a:extLst>
                <a:ext uri="{FF2B5EF4-FFF2-40B4-BE49-F238E27FC236}">
                  <a16:creationId xmlns:a16="http://schemas.microsoft.com/office/drawing/2014/main" id="{9ACB433D-E252-FD96-53B5-7F2102346181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52" name="Is 1x1">
              <a:extLst>
                <a:ext uri="{FF2B5EF4-FFF2-40B4-BE49-F238E27FC236}">
                  <a16:creationId xmlns:a16="http://schemas.microsoft.com/office/drawing/2014/main" id="{65E159A3-A6E5-1338-9E6D-BFAD74B60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26" b="1026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54" name="Blue check4">
            <a:extLst>
              <a:ext uri="{FF2B5EF4-FFF2-40B4-BE49-F238E27FC236}">
                <a16:creationId xmlns:a16="http://schemas.microsoft.com/office/drawing/2014/main" id="{DDF09540-EC29-2D84-7CC2-496868E9F8D1}"/>
              </a:ext>
            </a:extLst>
          </p:cNvPr>
          <p:cNvGrpSpPr/>
          <p:nvPr/>
        </p:nvGrpSpPr>
        <p:grpSpPr>
          <a:xfrm>
            <a:off x="7002847" y="1699101"/>
            <a:ext cx="209805" cy="212185"/>
            <a:chOff x="3961195" y="1701401"/>
            <a:chExt cx="209805" cy="212185"/>
          </a:xfrm>
        </p:grpSpPr>
        <p:sp>
          <p:nvSpPr>
            <p:cNvPr id="56" name="Blue circle">
              <a:extLst>
                <a:ext uri="{FF2B5EF4-FFF2-40B4-BE49-F238E27FC236}">
                  <a16:creationId xmlns:a16="http://schemas.microsoft.com/office/drawing/2014/main" id="{799FF4D0-2CB7-3A8F-D0EE-EF0E3106216D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8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34B31625-FAF6-EA79-31DC-BA21ABA68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3" name="I 1x4">
            <a:extLst>
              <a:ext uri="{FF2B5EF4-FFF2-40B4-BE49-F238E27FC236}">
                <a16:creationId xmlns:a16="http://schemas.microsoft.com/office/drawing/2014/main" id="{3F430C6E-76AC-28B6-2A6B-8BAD425943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461" b="75478"/>
          <a:stretch>
            <a:fillRect/>
          </a:stretch>
        </p:blipFill>
        <p:spPr>
          <a:xfrm>
            <a:off x="6998106" y="1691289"/>
            <a:ext cx="991646" cy="988412"/>
          </a:xfrm>
          <a:prstGeom prst="rect">
            <a:avLst/>
          </a:prstGeom>
        </p:spPr>
      </p:pic>
      <p:grpSp>
        <p:nvGrpSpPr>
          <p:cNvPr id="60" name="ls 2x1">
            <a:extLst>
              <a:ext uri="{FF2B5EF4-FFF2-40B4-BE49-F238E27FC236}">
                <a16:creationId xmlns:a16="http://schemas.microsoft.com/office/drawing/2014/main" id="{98FFCC30-F42E-76D5-2A79-2474321AA965}"/>
              </a:ext>
            </a:extLst>
          </p:cNvPr>
          <p:cNvGrpSpPr/>
          <p:nvPr/>
        </p:nvGrpSpPr>
        <p:grpSpPr>
          <a:xfrm>
            <a:off x="3948653" y="2704225"/>
            <a:ext cx="1009108" cy="990000"/>
            <a:chOff x="3948653" y="1692000"/>
            <a:chExt cx="1009108" cy="990000"/>
          </a:xfrm>
        </p:grpSpPr>
        <p:sp>
          <p:nvSpPr>
            <p:cNvPr id="62" name="White bg">
              <a:extLst>
                <a:ext uri="{FF2B5EF4-FFF2-40B4-BE49-F238E27FC236}">
                  <a16:creationId xmlns:a16="http://schemas.microsoft.com/office/drawing/2014/main" id="{4FCF1F19-650F-AC41-384E-E9E3ACE57F35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64" name="Is 1x1">
              <a:extLst>
                <a:ext uri="{FF2B5EF4-FFF2-40B4-BE49-F238E27FC236}">
                  <a16:creationId xmlns:a16="http://schemas.microsoft.com/office/drawing/2014/main" id="{9AAF1CE0-4A39-E1DB-A238-49F8D1CB519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66" name="Blue check2x1">
            <a:extLst>
              <a:ext uri="{FF2B5EF4-FFF2-40B4-BE49-F238E27FC236}">
                <a16:creationId xmlns:a16="http://schemas.microsoft.com/office/drawing/2014/main" id="{842C409E-1BEF-E8FC-986C-A020DC5BCFCF}"/>
              </a:ext>
            </a:extLst>
          </p:cNvPr>
          <p:cNvGrpSpPr/>
          <p:nvPr/>
        </p:nvGrpSpPr>
        <p:grpSpPr>
          <a:xfrm>
            <a:off x="3961195" y="2713626"/>
            <a:ext cx="209805" cy="212185"/>
            <a:chOff x="3961195" y="1701401"/>
            <a:chExt cx="209805" cy="212185"/>
          </a:xfrm>
        </p:grpSpPr>
        <p:sp>
          <p:nvSpPr>
            <p:cNvPr id="68" name="Blue circle">
              <a:extLst>
                <a:ext uri="{FF2B5EF4-FFF2-40B4-BE49-F238E27FC236}">
                  <a16:creationId xmlns:a16="http://schemas.microsoft.com/office/drawing/2014/main" id="{5774570B-46E7-EB02-8503-1F7CA35C43CB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0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5ECFEFEF-404C-08EF-0271-834E55B0B4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7" name="I 2x1">
            <a:extLst>
              <a:ext uri="{FF2B5EF4-FFF2-40B4-BE49-F238E27FC236}">
                <a16:creationId xmlns:a16="http://schemas.microsoft.com/office/drawing/2014/main" id="{1EE62C59-E42E-B0FC-85C1-A093FB0741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072" r="75029" b="50406"/>
          <a:stretch>
            <a:fillRect/>
          </a:stretch>
        </p:blipFill>
        <p:spPr>
          <a:xfrm>
            <a:off x="3948653" y="2701925"/>
            <a:ext cx="1009109" cy="988411"/>
          </a:xfrm>
          <a:prstGeom prst="rect">
            <a:avLst/>
          </a:prstGeom>
        </p:spPr>
      </p:pic>
      <p:grpSp>
        <p:nvGrpSpPr>
          <p:cNvPr id="72" name="ls 2x2">
            <a:extLst>
              <a:ext uri="{FF2B5EF4-FFF2-40B4-BE49-F238E27FC236}">
                <a16:creationId xmlns:a16="http://schemas.microsoft.com/office/drawing/2014/main" id="{0784B3EC-F938-B30D-06A5-85C4F5FF2828}"/>
              </a:ext>
            </a:extLst>
          </p:cNvPr>
          <p:cNvGrpSpPr/>
          <p:nvPr/>
        </p:nvGrpSpPr>
        <p:grpSpPr>
          <a:xfrm>
            <a:off x="4957760" y="2702281"/>
            <a:ext cx="1009108" cy="990000"/>
            <a:chOff x="3948653" y="1692000"/>
            <a:chExt cx="1009108" cy="990000"/>
          </a:xfrm>
        </p:grpSpPr>
        <p:sp>
          <p:nvSpPr>
            <p:cNvPr id="73" name="White bg">
              <a:extLst>
                <a:ext uri="{FF2B5EF4-FFF2-40B4-BE49-F238E27FC236}">
                  <a16:creationId xmlns:a16="http://schemas.microsoft.com/office/drawing/2014/main" id="{46ECA3B4-8D52-2BC8-1A9A-242C611157C7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74" name="Is 1x1">
              <a:extLst>
                <a:ext uri="{FF2B5EF4-FFF2-40B4-BE49-F238E27FC236}">
                  <a16:creationId xmlns:a16="http://schemas.microsoft.com/office/drawing/2014/main" id="{0893E7AD-CDE8-1BBF-6017-56351158A6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3" b="723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75" name="Blue check 2x2">
            <a:extLst>
              <a:ext uri="{FF2B5EF4-FFF2-40B4-BE49-F238E27FC236}">
                <a16:creationId xmlns:a16="http://schemas.microsoft.com/office/drawing/2014/main" id="{99A6B629-ADEF-8917-5039-A7A331009F4B}"/>
              </a:ext>
            </a:extLst>
          </p:cNvPr>
          <p:cNvGrpSpPr/>
          <p:nvPr/>
        </p:nvGrpSpPr>
        <p:grpSpPr>
          <a:xfrm>
            <a:off x="4970302" y="2711682"/>
            <a:ext cx="209805" cy="212185"/>
            <a:chOff x="3961195" y="1701401"/>
            <a:chExt cx="209805" cy="212185"/>
          </a:xfrm>
        </p:grpSpPr>
        <p:sp>
          <p:nvSpPr>
            <p:cNvPr id="76" name="Blue circle">
              <a:extLst>
                <a:ext uri="{FF2B5EF4-FFF2-40B4-BE49-F238E27FC236}">
                  <a16:creationId xmlns:a16="http://schemas.microsoft.com/office/drawing/2014/main" id="{94E4FF73-4C1A-4198-3F9B-FACF03225218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7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BD838EF2-A86A-5492-86FC-BD2B7E2139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19" name="I 2x2">
            <a:extLst>
              <a:ext uri="{FF2B5EF4-FFF2-40B4-BE49-F238E27FC236}">
                <a16:creationId xmlns:a16="http://schemas.microsoft.com/office/drawing/2014/main" id="{93B9CA6A-E4C5-E0B0-F96B-D305ADDA8C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25073" r="50058" b="50405"/>
          <a:stretch>
            <a:fillRect/>
          </a:stretch>
        </p:blipFill>
        <p:spPr>
          <a:xfrm>
            <a:off x="4975226" y="2701925"/>
            <a:ext cx="991646" cy="988411"/>
          </a:xfrm>
          <a:prstGeom prst="rect">
            <a:avLst/>
          </a:prstGeom>
        </p:spPr>
      </p:pic>
      <p:grpSp>
        <p:nvGrpSpPr>
          <p:cNvPr id="78" name="ls 2x3">
            <a:extLst>
              <a:ext uri="{FF2B5EF4-FFF2-40B4-BE49-F238E27FC236}">
                <a16:creationId xmlns:a16="http://schemas.microsoft.com/office/drawing/2014/main" id="{9891B89C-4350-4BE2-36BD-7ADFADCF2299}"/>
              </a:ext>
            </a:extLst>
          </p:cNvPr>
          <p:cNvGrpSpPr/>
          <p:nvPr/>
        </p:nvGrpSpPr>
        <p:grpSpPr>
          <a:xfrm>
            <a:off x="5980267" y="2706226"/>
            <a:ext cx="1009108" cy="990000"/>
            <a:chOff x="3948653" y="1692000"/>
            <a:chExt cx="1009108" cy="990000"/>
          </a:xfrm>
        </p:grpSpPr>
        <p:sp>
          <p:nvSpPr>
            <p:cNvPr id="79" name="White bg">
              <a:extLst>
                <a:ext uri="{FF2B5EF4-FFF2-40B4-BE49-F238E27FC236}">
                  <a16:creationId xmlns:a16="http://schemas.microsoft.com/office/drawing/2014/main" id="{34DDCD51-151C-E7A5-5B72-E180FA922B73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80" name="Is 1x1">
              <a:extLst>
                <a:ext uri="{FF2B5EF4-FFF2-40B4-BE49-F238E27FC236}">
                  <a16:creationId xmlns:a16="http://schemas.microsoft.com/office/drawing/2014/main" id="{004963BB-56D0-0B1C-2E5E-01026DA90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81" name="Blue check 2x3">
            <a:extLst>
              <a:ext uri="{FF2B5EF4-FFF2-40B4-BE49-F238E27FC236}">
                <a16:creationId xmlns:a16="http://schemas.microsoft.com/office/drawing/2014/main" id="{7E319FEF-BA10-321E-62F4-C070D4894B3E}"/>
              </a:ext>
            </a:extLst>
          </p:cNvPr>
          <p:cNvGrpSpPr/>
          <p:nvPr/>
        </p:nvGrpSpPr>
        <p:grpSpPr>
          <a:xfrm>
            <a:off x="5992809" y="2715627"/>
            <a:ext cx="209805" cy="212185"/>
            <a:chOff x="3961195" y="1701401"/>
            <a:chExt cx="209805" cy="212185"/>
          </a:xfrm>
        </p:grpSpPr>
        <p:sp>
          <p:nvSpPr>
            <p:cNvPr id="82" name="Blue circle">
              <a:extLst>
                <a:ext uri="{FF2B5EF4-FFF2-40B4-BE49-F238E27FC236}">
                  <a16:creationId xmlns:a16="http://schemas.microsoft.com/office/drawing/2014/main" id="{09A1632B-2F99-525B-338C-256A4989850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3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0057DC03-34F9-1346-CD8A-4823BBC26F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1" name="I 2x3">
            <a:extLst>
              <a:ext uri="{FF2B5EF4-FFF2-40B4-BE49-F238E27FC236}">
                <a16:creationId xmlns:a16="http://schemas.microsoft.com/office/drawing/2014/main" id="{3C457D63-6858-A14B-BBED-437950D2AC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25073" r="24655" b="50405"/>
          <a:stretch>
            <a:fillRect/>
          </a:stretch>
        </p:blipFill>
        <p:spPr>
          <a:xfrm>
            <a:off x="5984081" y="2701925"/>
            <a:ext cx="1009363" cy="988411"/>
          </a:xfrm>
          <a:prstGeom prst="rect">
            <a:avLst/>
          </a:prstGeom>
        </p:spPr>
      </p:pic>
      <p:grpSp>
        <p:nvGrpSpPr>
          <p:cNvPr id="84" name="ls 2x4">
            <a:extLst>
              <a:ext uri="{FF2B5EF4-FFF2-40B4-BE49-F238E27FC236}">
                <a16:creationId xmlns:a16="http://schemas.microsoft.com/office/drawing/2014/main" id="{8A3A60B6-CA79-C268-7170-D694AE32010D}"/>
              </a:ext>
            </a:extLst>
          </p:cNvPr>
          <p:cNvGrpSpPr/>
          <p:nvPr/>
        </p:nvGrpSpPr>
        <p:grpSpPr>
          <a:xfrm>
            <a:off x="7004303" y="2705332"/>
            <a:ext cx="1009108" cy="990000"/>
            <a:chOff x="3948653" y="1692000"/>
            <a:chExt cx="1009108" cy="990000"/>
          </a:xfrm>
        </p:grpSpPr>
        <p:sp>
          <p:nvSpPr>
            <p:cNvPr id="85" name="White bg">
              <a:extLst>
                <a:ext uri="{FF2B5EF4-FFF2-40B4-BE49-F238E27FC236}">
                  <a16:creationId xmlns:a16="http://schemas.microsoft.com/office/drawing/2014/main" id="{EFA16341-E6E4-8841-9895-BCF47FD3DB52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86" name="Is 1x1">
              <a:extLst>
                <a:ext uri="{FF2B5EF4-FFF2-40B4-BE49-F238E27FC236}">
                  <a16:creationId xmlns:a16="http://schemas.microsoft.com/office/drawing/2014/main" id="{616939EA-E649-64F8-ABCC-383DB3013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8" b="1328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87" name="Blue check 2x4">
            <a:extLst>
              <a:ext uri="{FF2B5EF4-FFF2-40B4-BE49-F238E27FC236}">
                <a16:creationId xmlns:a16="http://schemas.microsoft.com/office/drawing/2014/main" id="{7B86A108-CDEB-DBFE-5F99-F2095D21664B}"/>
              </a:ext>
            </a:extLst>
          </p:cNvPr>
          <p:cNvGrpSpPr/>
          <p:nvPr/>
        </p:nvGrpSpPr>
        <p:grpSpPr>
          <a:xfrm>
            <a:off x="7016845" y="2714733"/>
            <a:ext cx="209805" cy="212185"/>
            <a:chOff x="3961195" y="1701401"/>
            <a:chExt cx="209805" cy="212185"/>
          </a:xfrm>
        </p:grpSpPr>
        <p:sp>
          <p:nvSpPr>
            <p:cNvPr id="88" name="Blue circle">
              <a:extLst>
                <a:ext uri="{FF2B5EF4-FFF2-40B4-BE49-F238E27FC236}">
                  <a16:creationId xmlns:a16="http://schemas.microsoft.com/office/drawing/2014/main" id="{9607983F-6918-6530-A792-E240B8AE8E27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9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ECD84A4E-7BFF-B692-AD02-88666A9D8C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3" name="I 2x4">
            <a:extLst>
              <a:ext uri="{FF2B5EF4-FFF2-40B4-BE49-F238E27FC236}">
                <a16:creationId xmlns:a16="http://schemas.microsoft.com/office/drawing/2014/main" id="{59DA8CFE-1555-7A18-E4C3-4B7CEBD9B4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25073" b="50405"/>
          <a:stretch>
            <a:fillRect/>
          </a:stretch>
        </p:blipFill>
        <p:spPr>
          <a:xfrm>
            <a:off x="7010653" y="2701925"/>
            <a:ext cx="979099" cy="988411"/>
          </a:xfrm>
          <a:prstGeom prst="rect">
            <a:avLst/>
          </a:prstGeom>
        </p:spPr>
      </p:pic>
      <p:grpSp>
        <p:nvGrpSpPr>
          <p:cNvPr id="90" name="ls 3x1">
            <a:extLst>
              <a:ext uri="{FF2B5EF4-FFF2-40B4-BE49-F238E27FC236}">
                <a16:creationId xmlns:a16="http://schemas.microsoft.com/office/drawing/2014/main" id="{8EEFBA20-24CE-F428-68BF-13115A3C1269}"/>
              </a:ext>
            </a:extLst>
          </p:cNvPr>
          <p:cNvGrpSpPr/>
          <p:nvPr/>
        </p:nvGrpSpPr>
        <p:grpSpPr>
          <a:xfrm>
            <a:off x="3943890" y="3717321"/>
            <a:ext cx="1009108" cy="990000"/>
            <a:chOff x="3948653" y="1692000"/>
            <a:chExt cx="1009108" cy="990000"/>
          </a:xfrm>
        </p:grpSpPr>
        <p:sp>
          <p:nvSpPr>
            <p:cNvPr id="91" name="White bg">
              <a:extLst>
                <a:ext uri="{FF2B5EF4-FFF2-40B4-BE49-F238E27FC236}">
                  <a16:creationId xmlns:a16="http://schemas.microsoft.com/office/drawing/2014/main" id="{6FEEB52F-5E49-7811-A435-F1C741E03D0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92" name="Is 1x1">
              <a:extLst>
                <a:ext uri="{FF2B5EF4-FFF2-40B4-BE49-F238E27FC236}">
                  <a16:creationId xmlns:a16="http://schemas.microsoft.com/office/drawing/2014/main" id="{AAA0D376-BBDE-BFEA-877E-404E13F75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93" name="Blue check 3x1">
            <a:extLst>
              <a:ext uri="{FF2B5EF4-FFF2-40B4-BE49-F238E27FC236}">
                <a16:creationId xmlns:a16="http://schemas.microsoft.com/office/drawing/2014/main" id="{5C1ECE4B-87C7-6C75-8463-E00B560616AA}"/>
              </a:ext>
            </a:extLst>
          </p:cNvPr>
          <p:cNvGrpSpPr/>
          <p:nvPr/>
        </p:nvGrpSpPr>
        <p:grpSpPr>
          <a:xfrm>
            <a:off x="3956432" y="3726722"/>
            <a:ext cx="209805" cy="212185"/>
            <a:chOff x="3961195" y="1701401"/>
            <a:chExt cx="209805" cy="212185"/>
          </a:xfrm>
        </p:grpSpPr>
        <p:sp>
          <p:nvSpPr>
            <p:cNvPr id="94" name="Blue circle">
              <a:extLst>
                <a:ext uri="{FF2B5EF4-FFF2-40B4-BE49-F238E27FC236}">
                  <a16:creationId xmlns:a16="http://schemas.microsoft.com/office/drawing/2014/main" id="{E24E0762-BB7F-1CCF-8CCC-901A0E02DA20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5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21C2E79B-5701-0124-4466-514B2A0D1E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5" name="I 3x1">
            <a:extLst>
              <a:ext uri="{FF2B5EF4-FFF2-40B4-BE49-F238E27FC236}">
                <a16:creationId xmlns:a16="http://schemas.microsoft.com/office/drawing/2014/main" id="{DD5B839D-7800-D811-DB4F-573E14642F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146" r="75029" b="25332"/>
          <a:stretch>
            <a:fillRect/>
          </a:stretch>
        </p:blipFill>
        <p:spPr>
          <a:xfrm>
            <a:off x="3948654" y="3712561"/>
            <a:ext cx="1009108" cy="988412"/>
          </a:xfrm>
          <a:prstGeom prst="rect">
            <a:avLst/>
          </a:prstGeom>
        </p:spPr>
      </p:pic>
      <p:grpSp>
        <p:nvGrpSpPr>
          <p:cNvPr id="96" name="ls 3x2">
            <a:extLst>
              <a:ext uri="{FF2B5EF4-FFF2-40B4-BE49-F238E27FC236}">
                <a16:creationId xmlns:a16="http://schemas.microsoft.com/office/drawing/2014/main" id="{8AC98E7B-CB05-9472-C499-92115D9214AC}"/>
              </a:ext>
            </a:extLst>
          </p:cNvPr>
          <p:cNvGrpSpPr/>
          <p:nvPr/>
        </p:nvGrpSpPr>
        <p:grpSpPr>
          <a:xfrm>
            <a:off x="4966368" y="3712203"/>
            <a:ext cx="1009108" cy="990000"/>
            <a:chOff x="3948653" y="1692000"/>
            <a:chExt cx="1009108" cy="990000"/>
          </a:xfrm>
        </p:grpSpPr>
        <p:sp>
          <p:nvSpPr>
            <p:cNvPr id="97" name="White bg">
              <a:extLst>
                <a:ext uri="{FF2B5EF4-FFF2-40B4-BE49-F238E27FC236}">
                  <a16:creationId xmlns:a16="http://schemas.microsoft.com/office/drawing/2014/main" id="{36588784-2DAA-06A6-CA41-6963D4B1A4E3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98" name="Is 1x1">
              <a:extLst>
                <a:ext uri="{FF2B5EF4-FFF2-40B4-BE49-F238E27FC236}">
                  <a16:creationId xmlns:a16="http://schemas.microsoft.com/office/drawing/2014/main" id="{68E9E2A0-38FD-811D-2C96-55C5C1240D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3" b="723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99" name="Blue check 3x2">
            <a:extLst>
              <a:ext uri="{FF2B5EF4-FFF2-40B4-BE49-F238E27FC236}">
                <a16:creationId xmlns:a16="http://schemas.microsoft.com/office/drawing/2014/main" id="{D74E4E3C-EAE2-B7E4-B4E2-A37826084F7F}"/>
              </a:ext>
            </a:extLst>
          </p:cNvPr>
          <p:cNvGrpSpPr/>
          <p:nvPr/>
        </p:nvGrpSpPr>
        <p:grpSpPr>
          <a:xfrm>
            <a:off x="4978910" y="3721604"/>
            <a:ext cx="209805" cy="212185"/>
            <a:chOff x="3961195" y="1701401"/>
            <a:chExt cx="209805" cy="212185"/>
          </a:xfrm>
        </p:grpSpPr>
        <p:sp>
          <p:nvSpPr>
            <p:cNvPr id="100" name="Blue circle">
              <a:extLst>
                <a:ext uri="{FF2B5EF4-FFF2-40B4-BE49-F238E27FC236}">
                  <a16:creationId xmlns:a16="http://schemas.microsoft.com/office/drawing/2014/main" id="{5243FB66-16A6-94CF-792B-6DA65AFE402E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1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8F2027E0-056C-A61A-EBCD-35934FDFE9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7" name="I 3x2">
            <a:extLst>
              <a:ext uri="{FF2B5EF4-FFF2-40B4-BE49-F238E27FC236}">
                <a16:creationId xmlns:a16="http://schemas.microsoft.com/office/drawing/2014/main" id="{D47704B2-AF5A-DBEE-90CE-7877FE2509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50146" r="50058" b="25332"/>
          <a:stretch>
            <a:fillRect/>
          </a:stretch>
        </p:blipFill>
        <p:spPr>
          <a:xfrm>
            <a:off x="4975226" y="3712561"/>
            <a:ext cx="991646" cy="988412"/>
          </a:xfrm>
          <a:prstGeom prst="rect">
            <a:avLst/>
          </a:prstGeom>
        </p:spPr>
      </p:pic>
      <p:grpSp>
        <p:nvGrpSpPr>
          <p:cNvPr id="102" name="ls 3x3">
            <a:extLst>
              <a:ext uri="{FF2B5EF4-FFF2-40B4-BE49-F238E27FC236}">
                <a16:creationId xmlns:a16="http://schemas.microsoft.com/office/drawing/2014/main" id="{C14FA76A-FF86-7EA9-CEAF-D6F50D5D8C27}"/>
              </a:ext>
            </a:extLst>
          </p:cNvPr>
          <p:cNvGrpSpPr/>
          <p:nvPr/>
        </p:nvGrpSpPr>
        <p:grpSpPr>
          <a:xfrm>
            <a:off x="5982495" y="3717696"/>
            <a:ext cx="1009108" cy="990000"/>
            <a:chOff x="3948653" y="1692000"/>
            <a:chExt cx="1009108" cy="990000"/>
          </a:xfrm>
        </p:grpSpPr>
        <p:sp>
          <p:nvSpPr>
            <p:cNvPr id="103" name="White bg">
              <a:extLst>
                <a:ext uri="{FF2B5EF4-FFF2-40B4-BE49-F238E27FC236}">
                  <a16:creationId xmlns:a16="http://schemas.microsoft.com/office/drawing/2014/main" id="{28CBC996-3E66-90D4-E4E0-0FF32681FBB4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04" name="Is 1x1">
              <a:extLst>
                <a:ext uri="{FF2B5EF4-FFF2-40B4-BE49-F238E27FC236}">
                  <a16:creationId xmlns:a16="http://schemas.microsoft.com/office/drawing/2014/main" id="{DC05AEA3-8BDB-4EA4-78B5-12350E2887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05" name="Blue check 3x3">
            <a:extLst>
              <a:ext uri="{FF2B5EF4-FFF2-40B4-BE49-F238E27FC236}">
                <a16:creationId xmlns:a16="http://schemas.microsoft.com/office/drawing/2014/main" id="{CB7F4D88-38D3-6580-EE5D-0DA67ADC6488}"/>
              </a:ext>
            </a:extLst>
          </p:cNvPr>
          <p:cNvGrpSpPr/>
          <p:nvPr/>
        </p:nvGrpSpPr>
        <p:grpSpPr>
          <a:xfrm>
            <a:off x="5995037" y="3727097"/>
            <a:ext cx="209805" cy="212185"/>
            <a:chOff x="3961195" y="1701401"/>
            <a:chExt cx="209805" cy="212185"/>
          </a:xfrm>
        </p:grpSpPr>
        <p:sp>
          <p:nvSpPr>
            <p:cNvPr id="106" name="Blue circle">
              <a:extLst>
                <a:ext uri="{FF2B5EF4-FFF2-40B4-BE49-F238E27FC236}">
                  <a16:creationId xmlns:a16="http://schemas.microsoft.com/office/drawing/2014/main" id="{2476E3B2-3B0E-BF43-81E3-8C8FDDB3C9B5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7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FD7B55F4-4AB1-D4F8-572B-00FF5D16F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29" name="I 3x3">
            <a:extLst>
              <a:ext uri="{FF2B5EF4-FFF2-40B4-BE49-F238E27FC236}">
                <a16:creationId xmlns:a16="http://schemas.microsoft.com/office/drawing/2014/main" id="{65B3A5E0-4F18-91F2-A7F2-0A146A2935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50146" r="24654" b="25332"/>
          <a:stretch>
            <a:fillRect/>
          </a:stretch>
        </p:blipFill>
        <p:spPr>
          <a:xfrm>
            <a:off x="5984082" y="3712560"/>
            <a:ext cx="1009362" cy="988411"/>
          </a:xfrm>
          <a:prstGeom prst="rect">
            <a:avLst/>
          </a:prstGeom>
        </p:spPr>
      </p:pic>
      <p:grpSp>
        <p:nvGrpSpPr>
          <p:cNvPr id="108" name="ls 3x4">
            <a:extLst>
              <a:ext uri="{FF2B5EF4-FFF2-40B4-BE49-F238E27FC236}">
                <a16:creationId xmlns:a16="http://schemas.microsoft.com/office/drawing/2014/main" id="{6E04BBE0-FFB2-3AD3-C5EB-74E9BA457101}"/>
              </a:ext>
            </a:extLst>
          </p:cNvPr>
          <p:cNvGrpSpPr/>
          <p:nvPr/>
        </p:nvGrpSpPr>
        <p:grpSpPr>
          <a:xfrm>
            <a:off x="7011290" y="3717236"/>
            <a:ext cx="1009108" cy="990000"/>
            <a:chOff x="3948653" y="1692000"/>
            <a:chExt cx="1009108" cy="990000"/>
          </a:xfrm>
        </p:grpSpPr>
        <p:sp>
          <p:nvSpPr>
            <p:cNvPr id="109" name="White bg">
              <a:extLst>
                <a:ext uri="{FF2B5EF4-FFF2-40B4-BE49-F238E27FC236}">
                  <a16:creationId xmlns:a16="http://schemas.microsoft.com/office/drawing/2014/main" id="{7B14B07A-82CF-EF04-DD44-0916EC8569D5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10" name="Is 1x1">
              <a:extLst>
                <a:ext uri="{FF2B5EF4-FFF2-40B4-BE49-F238E27FC236}">
                  <a16:creationId xmlns:a16="http://schemas.microsoft.com/office/drawing/2014/main" id="{F026E9FF-2A18-72ED-E79D-B5F159E8E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8" b="1328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11" name="Blue check 3x4">
            <a:extLst>
              <a:ext uri="{FF2B5EF4-FFF2-40B4-BE49-F238E27FC236}">
                <a16:creationId xmlns:a16="http://schemas.microsoft.com/office/drawing/2014/main" id="{4B6C560C-11F9-81D9-8892-5BC1D543E73C}"/>
              </a:ext>
            </a:extLst>
          </p:cNvPr>
          <p:cNvGrpSpPr/>
          <p:nvPr/>
        </p:nvGrpSpPr>
        <p:grpSpPr>
          <a:xfrm>
            <a:off x="7023832" y="3726637"/>
            <a:ext cx="209805" cy="212185"/>
            <a:chOff x="3961195" y="1701401"/>
            <a:chExt cx="209805" cy="212185"/>
          </a:xfrm>
        </p:grpSpPr>
        <p:sp>
          <p:nvSpPr>
            <p:cNvPr id="112" name="Blue circle">
              <a:extLst>
                <a:ext uri="{FF2B5EF4-FFF2-40B4-BE49-F238E27FC236}">
                  <a16:creationId xmlns:a16="http://schemas.microsoft.com/office/drawing/2014/main" id="{4F7F225F-D8AC-0BE7-E538-708123A4417D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3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B54A7FD1-0B0A-11C5-DF37-A5BC4ACE7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1" name="I 3x4">
            <a:extLst>
              <a:ext uri="{FF2B5EF4-FFF2-40B4-BE49-F238E27FC236}">
                <a16:creationId xmlns:a16="http://schemas.microsoft.com/office/drawing/2014/main" id="{90E2BE5E-9E13-3D14-7F20-FD16C38C66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50146" b="25332"/>
          <a:stretch>
            <a:fillRect/>
          </a:stretch>
        </p:blipFill>
        <p:spPr>
          <a:xfrm>
            <a:off x="7010653" y="3712560"/>
            <a:ext cx="979099" cy="988411"/>
          </a:xfrm>
          <a:prstGeom prst="rect">
            <a:avLst/>
          </a:prstGeom>
        </p:spPr>
      </p:pic>
      <p:grpSp>
        <p:nvGrpSpPr>
          <p:cNvPr id="114" name="ls 4x1">
            <a:extLst>
              <a:ext uri="{FF2B5EF4-FFF2-40B4-BE49-F238E27FC236}">
                <a16:creationId xmlns:a16="http://schemas.microsoft.com/office/drawing/2014/main" id="{BCBC8FD0-61A1-6E15-1CC4-AD5923310ACC}"/>
              </a:ext>
            </a:extLst>
          </p:cNvPr>
          <p:cNvGrpSpPr/>
          <p:nvPr/>
        </p:nvGrpSpPr>
        <p:grpSpPr>
          <a:xfrm>
            <a:off x="3943888" y="4729180"/>
            <a:ext cx="1009108" cy="990000"/>
            <a:chOff x="3948653" y="1692000"/>
            <a:chExt cx="1009108" cy="990000"/>
          </a:xfrm>
        </p:grpSpPr>
        <p:sp>
          <p:nvSpPr>
            <p:cNvPr id="115" name="White bg">
              <a:extLst>
                <a:ext uri="{FF2B5EF4-FFF2-40B4-BE49-F238E27FC236}">
                  <a16:creationId xmlns:a16="http://schemas.microsoft.com/office/drawing/2014/main" id="{BBA8BA42-3F44-5BF8-A7DB-843928811D0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16" name="Is 1x1">
              <a:extLst>
                <a:ext uri="{FF2B5EF4-FFF2-40B4-BE49-F238E27FC236}">
                  <a16:creationId xmlns:a16="http://schemas.microsoft.com/office/drawing/2014/main" id="{DB66A6C9-8FAF-0A70-A60F-FA2AE485E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17" name="Blue check 4x1">
            <a:extLst>
              <a:ext uri="{FF2B5EF4-FFF2-40B4-BE49-F238E27FC236}">
                <a16:creationId xmlns:a16="http://schemas.microsoft.com/office/drawing/2014/main" id="{BB8A62D1-88E7-20A5-C0BF-64411E7386B7}"/>
              </a:ext>
            </a:extLst>
          </p:cNvPr>
          <p:cNvGrpSpPr/>
          <p:nvPr/>
        </p:nvGrpSpPr>
        <p:grpSpPr>
          <a:xfrm>
            <a:off x="3956430" y="4738581"/>
            <a:ext cx="209805" cy="212185"/>
            <a:chOff x="3961195" y="1701401"/>
            <a:chExt cx="209805" cy="212185"/>
          </a:xfrm>
        </p:grpSpPr>
        <p:sp>
          <p:nvSpPr>
            <p:cNvPr id="118" name="Blue circle">
              <a:extLst>
                <a:ext uri="{FF2B5EF4-FFF2-40B4-BE49-F238E27FC236}">
                  <a16:creationId xmlns:a16="http://schemas.microsoft.com/office/drawing/2014/main" id="{EF8C31C3-33B8-43DB-2177-377727655DCE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9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6A4B5578-CCCE-9137-5BEB-AF2E84824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3" name="I 4x1">
            <a:extLst>
              <a:ext uri="{FF2B5EF4-FFF2-40B4-BE49-F238E27FC236}">
                <a16:creationId xmlns:a16="http://schemas.microsoft.com/office/drawing/2014/main" id="{01E1C5C7-67CA-A957-C28E-64787A71A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478" r="75029"/>
          <a:stretch>
            <a:fillRect/>
          </a:stretch>
        </p:blipFill>
        <p:spPr>
          <a:xfrm>
            <a:off x="3948653" y="4733639"/>
            <a:ext cx="1009108" cy="988412"/>
          </a:xfrm>
          <a:prstGeom prst="rect">
            <a:avLst/>
          </a:prstGeom>
        </p:spPr>
      </p:pic>
      <p:grpSp>
        <p:nvGrpSpPr>
          <p:cNvPr id="120" name="ls 4x2">
            <a:extLst>
              <a:ext uri="{FF2B5EF4-FFF2-40B4-BE49-F238E27FC236}">
                <a16:creationId xmlns:a16="http://schemas.microsoft.com/office/drawing/2014/main" id="{49F70552-979B-AFD2-5507-42EFE5572798}"/>
              </a:ext>
            </a:extLst>
          </p:cNvPr>
          <p:cNvGrpSpPr/>
          <p:nvPr/>
        </p:nvGrpSpPr>
        <p:grpSpPr>
          <a:xfrm>
            <a:off x="4977351" y="4729706"/>
            <a:ext cx="1009108" cy="990000"/>
            <a:chOff x="3948653" y="1692000"/>
            <a:chExt cx="1009108" cy="990000"/>
          </a:xfrm>
        </p:grpSpPr>
        <p:sp>
          <p:nvSpPr>
            <p:cNvPr id="121" name="White bg">
              <a:extLst>
                <a:ext uri="{FF2B5EF4-FFF2-40B4-BE49-F238E27FC236}">
                  <a16:creationId xmlns:a16="http://schemas.microsoft.com/office/drawing/2014/main" id="{DD3DEFC9-65BB-CEDA-DDED-1EAF8BB6195D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22" name="Is 1x1">
              <a:extLst>
                <a:ext uri="{FF2B5EF4-FFF2-40B4-BE49-F238E27FC236}">
                  <a16:creationId xmlns:a16="http://schemas.microsoft.com/office/drawing/2014/main" id="{85EA23D1-AB61-E9A0-EC41-69ABCDE284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23" b="723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23" name="Blue check 4x2">
            <a:extLst>
              <a:ext uri="{FF2B5EF4-FFF2-40B4-BE49-F238E27FC236}">
                <a16:creationId xmlns:a16="http://schemas.microsoft.com/office/drawing/2014/main" id="{B94B6603-CC45-D675-4F0A-D0C3775F24CD}"/>
              </a:ext>
            </a:extLst>
          </p:cNvPr>
          <p:cNvGrpSpPr/>
          <p:nvPr/>
        </p:nvGrpSpPr>
        <p:grpSpPr>
          <a:xfrm>
            <a:off x="4989893" y="4739107"/>
            <a:ext cx="209805" cy="212185"/>
            <a:chOff x="3961195" y="1701401"/>
            <a:chExt cx="209805" cy="212185"/>
          </a:xfrm>
        </p:grpSpPr>
        <p:sp>
          <p:nvSpPr>
            <p:cNvPr id="124" name="Blue circle">
              <a:extLst>
                <a:ext uri="{FF2B5EF4-FFF2-40B4-BE49-F238E27FC236}">
                  <a16:creationId xmlns:a16="http://schemas.microsoft.com/office/drawing/2014/main" id="{C721B787-BEEB-118E-CB7E-7BB99275A7E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5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38575ED4-5E0B-AE97-F012-3E7D0618D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5" name="I 4x2">
            <a:extLst>
              <a:ext uri="{FF2B5EF4-FFF2-40B4-BE49-F238E27FC236}">
                <a16:creationId xmlns:a16="http://schemas.microsoft.com/office/drawing/2014/main" id="{0D184971-4FB1-863E-162C-70ABB631BE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403" t="75478" r="50058"/>
          <a:stretch>
            <a:fillRect/>
          </a:stretch>
        </p:blipFill>
        <p:spPr>
          <a:xfrm>
            <a:off x="4975226" y="4733639"/>
            <a:ext cx="991646" cy="988412"/>
          </a:xfrm>
          <a:prstGeom prst="rect">
            <a:avLst/>
          </a:prstGeom>
        </p:spPr>
      </p:pic>
      <p:grpSp>
        <p:nvGrpSpPr>
          <p:cNvPr id="126" name="ls 4x3">
            <a:extLst>
              <a:ext uri="{FF2B5EF4-FFF2-40B4-BE49-F238E27FC236}">
                <a16:creationId xmlns:a16="http://schemas.microsoft.com/office/drawing/2014/main" id="{231BACAE-C2C5-BB59-D140-BBCDBCFCE91E}"/>
              </a:ext>
            </a:extLst>
          </p:cNvPr>
          <p:cNvGrpSpPr/>
          <p:nvPr/>
        </p:nvGrpSpPr>
        <p:grpSpPr>
          <a:xfrm>
            <a:off x="5983769" y="4729337"/>
            <a:ext cx="1009108" cy="990000"/>
            <a:chOff x="3948653" y="1692000"/>
            <a:chExt cx="1009108" cy="990000"/>
          </a:xfrm>
        </p:grpSpPr>
        <p:sp>
          <p:nvSpPr>
            <p:cNvPr id="127" name="White bg">
              <a:extLst>
                <a:ext uri="{FF2B5EF4-FFF2-40B4-BE49-F238E27FC236}">
                  <a16:creationId xmlns:a16="http://schemas.microsoft.com/office/drawing/2014/main" id="{3AA1F3F4-9F6E-6346-6F8D-AA4E10E9A02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28" name="Is 1x1">
              <a:extLst>
                <a:ext uri="{FF2B5EF4-FFF2-40B4-BE49-F238E27FC236}">
                  <a16:creationId xmlns:a16="http://schemas.microsoft.com/office/drawing/2014/main" id="{DB1F3708-DC42-284F-92C1-EA5BD79A6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" b="119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29" name="Blue check 4x3">
            <a:extLst>
              <a:ext uri="{FF2B5EF4-FFF2-40B4-BE49-F238E27FC236}">
                <a16:creationId xmlns:a16="http://schemas.microsoft.com/office/drawing/2014/main" id="{5DF165B3-9629-1969-8F46-C8FC4DB862D9}"/>
              </a:ext>
            </a:extLst>
          </p:cNvPr>
          <p:cNvGrpSpPr/>
          <p:nvPr/>
        </p:nvGrpSpPr>
        <p:grpSpPr>
          <a:xfrm>
            <a:off x="5996311" y="4738738"/>
            <a:ext cx="209805" cy="212185"/>
            <a:chOff x="3961195" y="1701401"/>
            <a:chExt cx="209805" cy="212185"/>
          </a:xfrm>
        </p:grpSpPr>
        <p:sp>
          <p:nvSpPr>
            <p:cNvPr id="130" name="Blue circle">
              <a:extLst>
                <a:ext uri="{FF2B5EF4-FFF2-40B4-BE49-F238E27FC236}">
                  <a16:creationId xmlns:a16="http://schemas.microsoft.com/office/drawing/2014/main" id="{10D74CBF-253E-6BB7-2D53-6D2D513DB991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1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BE51AF03-E4F6-AB0C-AB4B-968C286F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7" name="I 4x3">
            <a:extLst>
              <a:ext uri="{FF2B5EF4-FFF2-40B4-BE49-F238E27FC236}">
                <a16:creationId xmlns:a16="http://schemas.microsoft.com/office/drawing/2014/main" id="{58AC7CEB-BAA4-704E-910F-E74671474B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368" t="75478" r="24655"/>
          <a:stretch>
            <a:fillRect/>
          </a:stretch>
        </p:blipFill>
        <p:spPr>
          <a:xfrm>
            <a:off x="5984081" y="4733639"/>
            <a:ext cx="1009363" cy="988412"/>
          </a:xfrm>
          <a:prstGeom prst="rect">
            <a:avLst/>
          </a:prstGeom>
        </p:spPr>
      </p:pic>
      <p:grpSp>
        <p:nvGrpSpPr>
          <p:cNvPr id="132" name="ls 4x4">
            <a:extLst>
              <a:ext uri="{FF2B5EF4-FFF2-40B4-BE49-F238E27FC236}">
                <a16:creationId xmlns:a16="http://schemas.microsoft.com/office/drawing/2014/main" id="{E2FC5B6A-909A-4CA0-6517-8063AB3AC58B}"/>
              </a:ext>
            </a:extLst>
          </p:cNvPr>
          <p:cNvGrpSpPr/>
          <p:nvPr/>
        </p:nvGrpSpPr>
        <p:grpSpPr>
          <a:xfrm>
            <a:off x="7011132" y="4732231"/>
            <a:ext cx="1009108" cy="990000"/>
            <a:chOff x="3948653" y="1692000"/>
            <a:chExt cx="1009108" cy="990000"/>
          </a:xfrm>
        </p:grpSpPr>
        <p:sp>
          <p:nvSpPr>
            <p:cNvPr id="133" name="White bg">
              <a:extLst>
                <a:ext uri="{FF2B5EF4-FFF2-40B4-BE49-F238E27FC236}">
                  <a16:creationId xmlns:a16="http://schemas.microsoft.com/office/drawing/2014/main" id="{478F3607-0752-9F6B-3CC3-23E5FF3DDF6C}"/>
                </a:ext>
              </a:extLst>
            </p:cNvPr>
            <p:cNvSpPr/>
            <p:nvPr/>
          </p:nvSpPr>
          <p:spPr>
            <a:xfrm>
              <a:off x="3948653" y="1692000"/>
              <a:ext cx="1009108" cy="99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pic>
          <p:nvPicPr>
            <p:cNvPr id="134" name="Is 1x1">
              <a:extLst>
                <a:ext uri="{FF2B5EF4-FFF2-40B4-BE49-F238E27FC236}">
                  <a16:creationId xmlns:a16="http://schemas.microsoft.com/office/drawing/2014/main" id="{E7F72358-5320-8E88-DB4E-2F1FF1B96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8" b="1328"/>
            <a:stretch/>
          </p:blipFill>
          <p:spPr>
            <a:xfrm>
              <a:off x="4067290" y="1807494"/>
              <a:ext cx="771833" cy="756000"/>
            </a:xfrm>
            <a:prstGeom prst="rect">
              <a:avLst/>
            </a:prstGeom>
          </p:spPr>
        </p:pic>
      </p:grpSp>
      <p:grpSp>
        <p:nvGrpSpPr>
          <p:cNvPr id="135" name="Blue check 4x4">
            <a:extLst>
              <a:ext uri="{FF2B5EF4-FFF2-40B4-BE49-F238E27FC236}">
                <a16:creationId xmlns:a16="http://schemas.microsoft.com/office/drawing/2014/main" id="{4266C591-C287-A8FA-D6B0-C3446BD1F83C}"/>
              </a:ext>
            </a:extLst>
          </p:cNvPr>
          <p:cNvGrpSpPr/>
          <p:nvPr/>
        </p:nvGrpSpPr>
        <p:grpSpPr>
          <a:xfrm>
            <a:off x="7023674" y="4741632"/>
            <a:ext cx="209805" cy="212185"/>
            <a:chOff x="3961195" y="1701401"/>
            <a:chExt cx="209805" cy="212185"/>
          </a:xfrm>
        </p:grpSpPr>
        <p:sp>
          <p:nvSpPr>
            <p:cNvPr id="136" name="Blue circle">
              <a:extLst>
                <a:ext uri="{FF2B5EF4-FFF2-40B4-BE49-F238E27FC236}">
                  <a16:creationId xmlns:a16="http://schemas.microsoft.com/office/drawing/2014/main" id="{D4F6AB2B-46A1-A072-4C5C-6275696CA3C8}"/>
                </a:ext>
              </a:extLst>
            </p:cNvPr>
            <p:cNvSpPr/>
            <p:nvPr/>
          </p:nvSpPr>
          <p:spPr>
            <a:xfrm>
              <a:off x="3961990" y="1701401"/>
              <a:ext cx="209010" cy="209010"/>
            </a:xfrm>
            <a:prstGeom prst="ellipse">
              <a:avLst/>
            </a:prstGeom>
            <a:solidFill>
              <a:srgbClr val="1A73E8"/>
            </a:solidFill>
            <a:ln>
              <a:solidFill>
                <a:srgbClr val="1A73E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7" name="Checkmark" descr="&lt;svg xmlns=&quot;http://www.w3.org/2000/svg&quot; height=&quot;24px&quot; viewBox=&quot;0 -960 960 960&quot; width=&quot;24px&quot; fill=&quot;#ffffff&quot;&gt;&lt;path d=&quot;M382-240 154-468l57-57 171 171 367-367 57 57-424 424Z&quot;/&gt;&lt;/svg&gt;">
              <a:extLst>
                <a:ext uri="{FF2B5EF4-FFF2-40B4-BE49-F238E27FC236}">
                  <a16:creationId xmlns:a16="http://schemas.microsoft.com/office/drawing/2014/main" id="{213CA125-94C7-25BC-0CA8-6ED183B48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1195" y="1704576"/>
              <a:ext cx="209010" cy="209010"/>
            </a:xfrm>
            <a:prstGeom prst="rect">
              <a:avLst/>
            </a:prstGeom>
          </p:spPr>
        </p:pic>
      </p:grpSp>
      <p:pic>
        <p:nvPicPr>
          <p:cNvPr id="39" name="I 4x4">
            <a:extLst>
              <a:ext uri="{FF2B5EF4-FFF2-40B4-BE49-F238E27FC236}">
                <a16:creationId xmlns:a16="http://schemas.microsoft.com/office/drawing/2014/main" id="{42D81254-205A-B866-3CF0-5EC35DBB57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771" t="75478"/>
          <a:stretch>
            <a:fillRect/>
          </a:stretch>
        </p:blipFill>
        <p:spPr>
          <a:xfrm>
            <a:off x="7010653" y="4733639"/>
            <a:ext cx="979099" cy="988412"/>
          </a:xfrm>
          <a:prstGeom prst="rect">
            <a:avLst/>
          </a:prstGeom>
        </p:spPr>
      </p:pic>
      <p:sp>
        <p:nvSpPr>
          <p:cNvPr id="141" name="Header">
            <a:extLst>
              <a:ext uri="{FF2B5EF4-FFF2-40B4-BE49-F238E27FC236}">
                <a16:creationId xmlns:a16="http://schemas.microsoft.com/office/drawing/2014/main" id="{40B7539D-F91F-C424-12DD-92AEF1437560}"/>
              </a:ext>
            </a:extLst>
          </p:cNvPr>
          <p:cNvSpPr/>
          <p:nvPr/>
        </p:nvSpPr>
        <p:spPr>
          <a:xfrm>
            <a:off x="6732452" y="5854700"/>
            <a:ext cx="12573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SUBMIT</a:t>
            </a:r>
          </a:p>
        </p:txBody>
      </p:sp>
      <p:sp>
        <p:nvSpPr>
          <p:cNvPr id="143" name="Header">
            <a:extLst>
              <a:ext uri="{FF2B5EF4-FFF2-40B4-BE49-F238E27FC236}">
                <a16:creationId xmlns:a16="http://schemas.microsoft.com/office/drawing/2014/main" id="{40791421-9A2C-010D-1EF1-A328B4B7871D}"/>
              </a:ext>
            </a:extLst>
          </p:cNvPr>
          <p:cNvSpPr/>
          <p:nvPr/>
        </p:nvSpPr>
        <p:spPr>
          <a:xfrm>
            <a:off x="5674772" y="5854700"/>
            <a:ext cx="979100" cy="4064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</a:p>
        </p:txBody>
      </p:sp>
      <p:pic>
        <p:nvPicPr>
          <p:cNvPr id="144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A4CF603C-5623-F3C1-3C78-F3971FD79F4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85980" y="5833376"/>
            <a:ext cx="427724" cy="427724"/>
          </a:xfrm>
          <a:prstGeom prst="rect">
            <a:avLst/>
          </a:prstGeom>
        </p:spPr>
      </p:pic>
      <p:pic>
        <p:nvPicPr>
          <p:cNvPr id="145" name="Music on" descr="&lt;svg xmlns=&quot;http://www.w3.org/2000/svg&quot; height=&quot;24px&quot; viewBox=&quot;0 -960 960 960&quot; width=&quot;24px&quot; fill=&quot;#000000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 endSnd="1"/>
            <a:extLst>
              <a:ext uri="{FF2B5EF4-FFF2-40B4-BE49-F238E27FC236}">
                <a16:creationId xmlns:a16="http://schemas.microsoft.com/office/drawing/2014/main" id="{C57A94C9-9211-986A-DB7B-4D5768AF437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36107" y="5854701"/>
            <a:ext cx="392136" cy="392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 advClick="0">
        <p:fade/>
      </p:transition>
    </mc:Choice>
    <mc:Fallback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3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5" dur="5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" dur="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51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2" fill="hold">
                      <p:stCondLst>
                        <p:cond delay="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59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0" fill="hold">
                      <p:stCondLst>
                        <p:cond delay="0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71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  <p:seq concurrent="1" nextAc="seek">
              <p:cTn id="79" restart="whenNotActive" fill="hold" evtFilter="cancelBubble" nodeType="interactiveSeq">
                <p:stCondLst>
                  <p:cond evt="onClick" delay="0">
                    <p:tgtEl>
                      <p:spTgt spid="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0" fill="hold">
                      <p:stCondLst>
                        <p:cond delay="0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2"/>
                  </p:tgtEl>
                </p:cond>
              </p:nextCondLst>
            </p:seq>
            <p:seq concurrent="1" nextAc="seek">
              <p:cTn id="8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8" fill="hold">
                      <p:stCondLst>
                        <p:cond delay="0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91" dur="5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3" dur="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99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0" fill="hold">
                      <p:stCondLst>
                        <p:cond delay="0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  <p:seq concurrent="1" nextAc="seek">
              <p:cTn id="107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8" fill="hold">
                      <p:stCondLst>
                        <p:cond delay="0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11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6" fill="hold">
                      <p:stCondLst>
                        <p:cond delay="0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19" dur="5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5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21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127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8" fill="hold">
                      <p:stCondLst>
                        <p:cond delay="0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135" restart="whenNotActive" fill="hold" evtFilter="cancelBubble" nodeType="interactiveSeq">
                <p:stCondLst>
                  <p:cond evt="onClick" delay="0">
                    <p:tgtEl>
                      <p:spTgt spid="6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6" fill="hold">
                      <p:stCondLst>
                        <p:cond delay="0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6"/>
                  </p:tgtEl>
                </p:cond>
              </p:nextCondLst>
            </p:seq>
            <p:seq concurrent="1" nextAc="seek">
              <p:cTn id="1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47" dur="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49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155" restart="whenNotActive" fill="hold" evtFilter="cancelBubble" nodeType="interactiveSeq">
                <p:stCondLst>
                  <p:cond evt="onClick" delay="0">
                    <p:tgtEl>
                      <p:spTgt spid="7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6" fill="hold">
                      <p:stCondLst>
                        <p:cond delay="0"/>
                      </p:stCondLst>
                      <p:childTnLst>
                        <p:par>
                          <p:cTn id="157" fill="hold">
                            <p:stCondLst>
                              <p:cond delay="0"/>
                            </p:stCondLst>
                            <p:childTnLst>
                              <p:par>
                                <p:cTn id="15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2"/>
                  </p:tgtEl>
                </p:cond>
              </p:nextCondLst>
            </p:seq>
            <p:seq concurrent="1" nextAc="seek">
              <p:cTn id="163" restart="whenNotActive" fill="hold" evtFilter="cancelBubble" nodeType="interactiveSeq">
                <p:stCondLst>
                  <p:cond evt="onClick" delay="0">
                    <p:tgtEl>
                      <p:spTgt spid="7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4" fill="hold">
                      <p:stCondLst>
                        <p:cond delay="0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6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8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5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75" dur="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77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183" restart="whenNotActive" fill="hold" evtFilter="cancelBubble" nodeType="interactiveSeq">
                <p:stCondLst>
                  <p:cond evt="onClick" delay="0">
                    <p:tgtEl>
                      <p:spTgt spid="7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4" fill="hold">
                      <p:stCondLst>
                        <p:cond delay="0"/>
                      </p:stCondLst>
                      <p:childTnLst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8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8"/>
                  </p:tgtEl>
                </p:cond>
              </p:nextCondLst>
            </p:seq>
            <p:seq concurrent="1" nextAc="seek">
              <p:cTn id="191" restart="whenNotActive" fill="hold" evtFilter="cancelBubble" nodeType="interactiveSeq">
                <p:stCondLst>
                  <p:cond evt="onClick" delay="0">
                    <p:tgtEl>
                      <p:spTgt spid="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2" fill="hold">
                      <p:stCondLst>
                        <p:cond delay="0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6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1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8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1"/>
                  </p:tgtEl>
                </p:cond>
              </p:nextCondLst>
            </p:seq>
            <p:seq concurrent="1" nextAc="seek">
              <p:cTn id="199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0" fill="hold">
                      <p:stCondLst>
                        <p:cond delay="0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03" dur="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05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211" restart="whenNotActive" fill="hold" evtFilter="cancelBubble" nodeType="interactiveSeq">
                <p:stCondLst>
                  <p:cond evt="onClick" delay="0">
                    <p:tgtEl>
                      <p:spTgt spid="8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2" fill="hold">
                      <p:stCondLst>
                        <p:cond delay="0"/>
                      </p:stCondLst>
                      <p:childTnLst>
                        <p:par>
                          <p:cTn id="213" fill="hold">
                            <p:stCondLst>
                              <p:cond delay="0"/>
                            </p:stCondLst>
                            <p:childTnLst>
                              <p:par>
                                <p:cTn id="2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6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8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4"/>
                  </p:tgtEl>
                </p:cond>
              </p:nextCondLst>
            </p:seq>
            <p:seq concurrent="1" nextAc="seek">
              <p:cTn id="219" restart="whenNotActive" fill="hold" evtFilter="cancelBubble" nodeType="interactiveSeq">
                <p:stCondLst>
                  <p:cond evt="onClick" delay="0">
                    <p:tgtEl>
                      <p:spTgt spid="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0" fill="hold">
                      <p:stCondLst>
                        <p:cond delay="0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4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1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6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7"/>
                  </p:tgtEl>
                </p:cond>
              </p:nextCondLst>
            </p:seq>
            <p:seq concurrent="1" nextAc="seek">
              <p:cTn id="227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8" fill="hold">
                      <p:stCondLst>
                        <p:cond delay="0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1" dur="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2" dur="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33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239" restart="whenNotActive" fill="hold" evtFilter="cancelBubble" nodeType="interactiveSeq">
                <p:stCondLst>
                  <p:cond evt="onClick" delay="0">
                    <p:tgtEl>
                      <p:spTgt spid="9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0" fill="hold">
                      <p:stCondLst>
                        <p:cond delay="0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4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6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0"/>
                  </p:tgtEl>
                </p:cond>
              </p:nextCondLst>
            </p:seq>
            <p:seq concurrent="1" nextAc="seek">
              <p:cTn id="247" restart="whenNotActive" fill="hold" evtFilter="cancelBubble" nodeType="interactiveSeq">
                <p:stCondLst>
                  <p:cond evt="onClick" delay="0">
                    <p:tgtEl>
                      <p:spTgt spid="9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8" fill="hold">
                      <p:stCondLst>
                        <p:cond delay="0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2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3" dur="1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1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3"/>
                  </p:tgtEl>
                </p:cond>
              </p:nextCondLst>
            </p:seq>
            <p:seq concurrent="1" nextAc="seek">
              <p:cTn id="255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6" fill="hold">
                      <p:stCondLst>
                        <p:cond delay="0"/>
                      </p:stCondLst>
                      <p:childTnLst>
                        <p:par>
                          <p:cTn id="257" fill="hold">
                            <p:stCondLst>
                              <p:cond delay="0"/>
                            </p:stCondLst>
                            <p:childTnLst>
                              <p:par>
                                <p:cTn id="25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59" dur="5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0" dur="5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61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7" restart="whenNotActive" fill="hold" evtFilter="cancelBubble" nodeType="interactiveSeq">
                <p:stCondLst>
                  <p:cond evt="onClick" delay="0">
                    <p:tgtEl>
                      <p:spTgt spid="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8" fill="hold">
                      <p:stCondLst>
                        <p:cond delay="0"/>
                      </p:stCondLst>
                      <p:childTnLst>
                        <p:par>
                          <p:cTn id="269" fill="hold">
                            <p:stCondLst>
                              <p:cond delay="0"/>
                            </p:stCondLst>
                            <p:childTnLst>
                              <p:par>
                                <p:cTn id="270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2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3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4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6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9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0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1" dur="1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2" dur="1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9"/>
                  </p:tgtEl>
                </p:cond>
              </p:nextCondLst>
            </p:seq>
            <p:seq concurrent="1" nextAc="seek">
              <p:cTn id="283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4" fill="hold">
                      <p:stCondLst>
                        <p:cond delay="0"/>
                      </p:stCondLst>
                      <p:childTnLst>
                        <p:par>
                          <p:cTn id="285" fill="hold">
                            <p:stCondLst>
                              <p:cond delay="0"/>
                            </p:stCondLst>
                            <p:childTnLst>
                              <p:par>
                                <p:cTn id="28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87" dur="5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5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9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1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  <p:seq concurrent="1" nextAc="seek">
              <p:cTn id="29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6" fill="hold">
                      <p:stCondLst>
                        <p:cond delay="0"/>
                      </p:stCondLst>
                      <p:childTnLst>
                        <p:par>
                          <p:cTn id="297" fill="hold">
                            <p:stCondLst>
                              <p:cond delay="0"/>
                            </p:stCondLst>
                            <p:childTnLst>
                              <p:par>
                                <p:cTn id="29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0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1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2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303" restart="whenNotActive" fill="hold" evtFilter="cancelBubble" nodeType="interactiveSeq">
                <p:stCondLst>
                  <p:cond evt="onClick" delay="0">
                    <p:tgtEl>
                      <p:spTgt spid="1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4" fill="hold">
                      <p:stCondLst>
                        <p:cond delay="0"/>
                      </p:stCondLst>
                      <p:childTnLst>
                        <p:par>
                          <p:cTn id="305" fill="hold">
                            <p:stCondLst>
                              <p:cond delay="0"/>
                            </p:stCondLst>
                            <p:childTnLst>
                              <p:par>
                                <p:cTn id="30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8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9" dur="1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0" dur="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2"/>
                  </p:tgtEl>
                </p:cond>
              </p:nextCondLst>
            </p:seq>
            <p:seq concurrent="1" nextAc="seek">
              <p:cTn id="311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2" fill="hold">
                      <p:stCondLst>
                        <p:cond delay="0"/>
                      </p:stCondLst>
                      <p:childTnLst>
                        <p:par>
                          <p:cTn id="313" fill="hold">
                            <p:stCondLst>
                              <p:cond delay="0"/>
                            </p:stCondLst>
                            <p:childTnLst>
                              <p:par>
                                <p:cTn id="314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5" dur="5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6" dur="5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17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323" restart="whenNotActive" fill="hold" evtFilter="cancelBubble" nodeType="interactiveSeq">
                <p:stCondLst>
                  <p:cond evt="onClick" delay="0">
                    <p:tgtEl>
                      <p:spTgt spid="1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4" fill="hold">
                      <p:stCondLst>
                        <p:cond delay="0"/>
                      </p:stCondLst>
                      <p:childTnLst>
                        <p:par>
                          <p:cTn id="325" fill="hold">
                            <p:stCondLst>
                              <p:cond delay="0"/>
                            </p:stCondLst>
                            <p:childTnLst>
                              <p:par>
                                <p:cTn id="32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8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9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0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1"/>
                  </p:tgtEl>
                </p:cond>
              </p:nextCondLst>
            </p:seq>
            <p:seq concurrent="1" nextAc="seek">
              <p:cTn id="331" restart="whenNotActive" fill="hold" evtFilter="cancelBubble" nodeType="interactiveSeq">
                <p:stCondLst>
                  <p:cond evt="onClick" delay="0">
                    <p:tgtEl>
                      <p:spTgt spid="1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2" fill="hold">
                      <p:stCondLst>
                        <p:cond delay="0"/>
                      </p:stCondLst>
                      <p:childTnLst>
                        <p:par>
                          <p:cTn id="333" fill="hold">
                            <p:stCondLst>
                              <p:cond delay="0"/>
                            </p:stCondLst>
                            <p:childTnLst>
                              <p:par>
                                <p:cTn id="3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6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1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8" dur="1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8"/>
                  </p:tgtEl>
                </p:cond>
              </p:nextCondLst>
            </p:seq>
            <p:seq concurrent="1" nextAc="seek">
              <p:cTn id="339" restart="whenNotActive" fill="hold" evtFilter="cancelBubble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0" fill="hold">
                      <p:stCondLst>
                        <p:cond delay="0"/>
                      </p:stCondLst>
                      <p:childTnLst>
                        <p:par>
                          <p:cTn id="341" fill="hold">
                            <p:stCondLst>
                              <p:cond delay="0"/>
                            </p:stCondLst>
                            <p:childTnLst>
                              <p:par>
                                <p:cTn id="34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43" dur="5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4" dur="5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45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351" restart="whenNotActive" fill="hold" evtFilter="cancelBubble" nodeType="interactiveSeq">
                <p:stCondLst>
                  <p:cond evt="onClick" delay="0">
                    <p:tgtEl>
                      <p:spTgt spid="1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2" fill="hold">
                      <p:stCondLst>
                        <p:cond delay="0"/>
                      </p:stCondLst>
                      <p:childTnLst>
                        <p:par>
                          <p:cTn id="353" fill="hold">
                            <p:stCondLst>
                              <p:cond delay="0"/>
                            </p:stCondLst>
                            <p:childTnLst>
                              <p:par>
                                <p:cTn id="3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6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7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8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4"/>
                  </p:tgtEl>
                </p:cond>
              </p:nextCondLst>
            </p:seq>
            <p:seq concurrent="1" nextAc="seek">
              <p:cTn id="359" restart="whenNotActive" fill="hold" evtFilter="cancelBubble" nodeType="interactiveSeq">
                <p:stCondLst>
                  <p:cond evt="onClick" delay="0">
                    <p:tgtEl>
                      <p:spTgt spid="1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0" fill="hold">
                      <p:stCondLst>
                        <p:cond delay="0"/>
                      </p:stCondLst>
                      <p:childTnLst>
                        <p:par>
                          <p:cTn id="361" fill="hold">
                            <p:stCondLst>
                              <p:cond delay="0"/>
                            </p:stCondLst>
                            <p:childTnLst>
                              <p:par>
                                <p:cTn id="36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4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5" dur="1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6" dur="1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7"/>
                  </p:tgtEl>
                </p:cond>
              </p:nextCondLst>
            </p:seq>
            <p:seq concurrent="1" nextAc="seek">
              <p:cTn id="367" restart="whenNotActive" fill="hold" evtFilter="cancelBubble" nodeType="interactiveSeq">
                <p:stCondLst>
                  <p:cond evt="onClick" delay="0">
                    <p:tgtEl>
                      <p:spTgt spid="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8" fill="hold">
                      <p:stCondLst>
                        <p:cond delay="0"/>
                      </p:stCondLst>
                      <p:childTnLst>
                        <p:par>
                          <p:cTn id="369" fill="hold">
                            <p:stCondLst>
                              <p:cond delay="0"/>
                            </p:stCondLst>
                            <p:childTnLst>
                              <p:par>
                                <p:cTn id="370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71" dur="5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2" dur="5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73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5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5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1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4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5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6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0"/>
                  </p:tgtEl>
                </p:cond>
              </p:nextCondLst>
            </p:seq>
            <p:seq concurrent="1" nextAc="seek">
              <p:cTn id="387" restart="whenNotActive" fill="hold" evtFilter="cancelBubble" nodeType="interactiveSeq">
                <p:stCondLst>
                  <p:cond evt="onClick" delay="0">
                    <p:tgtEl>
                      <p:spTgt spid="1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8" fill="hold">
                      <p:stCondLst>
                        <p:cond delay="0"/>
                      </p:stCondLst>
                      <p:childTnLst>
                        <p:par>
                          <p:cTn id="389" fill="hold">
                            <p:stCondLst>
                              <p:cond delay="0"/>
                            </p:stCondLst>
                            <p:childTnLst>
                              <p:par>
                                <p:cTn id="39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2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1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4" dur="1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3"/>
                  </p:tgtEl>
                </p:cond>
              </p:nextCondLst>
            </p:seq>
            <p:seq concurrent="1" nextAc="seek">
              <p:cTn id="395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6" fill="hold">
                      <p:stCondLst>
                        <p:cond delay="0"/>
                      </p:stCondLst>
                      <p:childTnLst>
                        <p:par>
                          <p:cTn id="397" fill="hold">
                            <p:stCondLst>
                              <p:cond delay="0"/>
                            </p:stCondLst>
                            <p:childTnLst>
                              <p:par>
                                <p:cTn id="39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99" dur="5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0" dur="5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01" dur="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  <p:seq concurrent="1" nextAc="seek">
              <p:cTn id="407" restart="whenNotActive" fill="hold" evtFilter="cancelBubble" nodeType="interactiveSeq">
                <p:stCondLst>
                  <p:cond evt="onClick" delay="0">
                    <p:tgtEl>
                      <p:spTgt spid="1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8" fill="hold">
                      <p:stCondLst>
                        <p:cond delay="0"/>
                      </p:stCondLst>
                      <p:childTnLst>
                        <p:par>
                          <p:cTn id="409" fill="hold">
                            <p:stCondLst>
                              <p:cond delay="0"/>
                            </p:stCondLst>
                            <p:childTnLst>
                              <p:par>
                                <p:cTn id="4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2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4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6"/>
                  </p:tgtEl>
                </p:cond>
              </p:nextCondLst>
            </p:seq>
            <p:seq concurrent="1" nextAc="seek">
              <p:cTn id="415" restart="whenNotActive" fill="hold" evtFilter="cancelBubble" nodeType="interactiveSeq">
                <p:stCondLst>
                  <p:cond evt="onClick" delay="0">
                    <p:tgtEl>
                      <p:spTgt spid="1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6" fill="hold">
                      <p:stCondLst>
                        <p:cond delay="0"/>
                      </p:stCondLst>
                      <p:childTnLst>
                        <p:par>
                          <p:cTn id="417" fill="hold">
                            <p:stCondLst>
                              <p:cond delay="0"/>
                            </p:stCondLst>
                            <p:childTnLst>
                              <p:par>
                                <p:cTn id="41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0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1" dur="1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2" dur="1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9"/>
                  </p:tgtEl>
                </p:cond>
              </p:nextCondLst>
            </p:seq>
            <p:seq concurrent="1" nextAc="seek">
              <p:cTn id="423" restart="whenNotActive" fill="hold" evtFilter="cancelBubble" nodeType="interactiveSeq">
                <p:stCondLst>
                  <p:cond evt="onClick" delay="0">
                    <p:tgtEl>
                      <p:spTgt spid="3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4" fill="hold">
                      <p:stCondLst>
                        <p:cond delay="0"/>
                      </p:stCondLst>
                      <p:childTnLst>
                        <p:par>
                          <p:cTn id="425" fill="hold">
                            <p:stCondLst>
                              <p:cond delay="0"/>
                            </p:stCondLst>
                            <p:childTnLst>
                              <p:par>
                                <p:cTn id="426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27" dur="5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9" dur="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4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" presetClass="exit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9"/>
                  </p:tgtEl>
                </p:cond>
              </p:nextCondLst>
            </p:seq>
            <p:seq concurrent="1" nextAc="seek">
              <p:cTn id="435" restart="whenNotActive" fill="hold" evtFilter="cancelBubble" nodeType="interactiveSeq">
                <p:stCondLst>
                  <p:cond evt="onClick" delay="0">
                    <p:tgtEl>
                      <p:spTgt spid="1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6" fill="hold">
                      <p:stCondLst>
                        <p:cond delay="0"/>
                      </p:stCondLst>
                      <p:childTnLst>
                        <p:par>
                          <p:cTn id="437" fill="hold">
                            <p:stCondLst>
                              <p:cond delay="0"/>
                            </p:stCondLst>
                            <p:childTnLst>
                              <p:par>
                                <p:cTn id="43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0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1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2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2"/>
                  </p:tgtEl>
                </p:cond>
              </p:nextCondLst>
            </p:seq>
            <p:seq concurrent="1" nextAc="seek">
              <p:cTn id="443" restart="whenNotActive" fill="hold" evtFilter="cancelBubble" nodeType="interactiveSeq">
                <p:stCondLst>
                  <p:cond evt="onClick" delay="0">
                    <p:tgtEl>
                      <p:spTgt spid="13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4" fill="hold">
                      <p:stCondLst>
                        <p:cond delay="0"/>
                      </p:stCondLst>
                      <p:childTnLst>
                        <p:par>
                          <p:cTn id="445" fill="hold">
                            <p:stCondLst>
                              <p:cond delay="0"/>
                            </p:stCondLst>
                            <p:childTnLst>
                              <p:par>
                                <p:cTn id="446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8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9" dur="1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0" dur="1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5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BA1E0-D9FE-2377-A364-C0C9B0B53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23091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 xmlns=""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4855BC59-9B48-6B31-8E41-8CF53130414D}"/>
              </a:ext>
            </a:extLst>
          </p:cNvPr>
          <p:cNvGrpSpPr/>
          <p:nvPr/>
        </p:nvGrpSpPr>
        <p:grpSpPr>
          <a:xfrm>
            <a:off x="6254751" y="5448300"/>
            <a:ext cx="3429000" cy="1206500"/>
            <a:chOff x="6254751" y="5448300"/>
            <a:chExt cx="3429000" cy="1206500"/>
          </a:xfrm>
        </p:grpSpPr>
        <p:pic>
          <p:nvPicPr>
            <p:cNvPr id="24" name="Imagen 23" descr="Screen shot of notification of low battery power ">
              <a:extLst>
                <a:ext uri="{FF2B5EF4-FFF2-40B4-BE49-F238E27FC236}">
                  <a16:creationId xmlns:a16="http://schemas.microsoft.com/office/drawing/2014/main" id="{995812B0-C22D-0AE3-0D4E-8C995B488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14667" b="82667" l="5656" r="92288">
                          <a14:foregroundMark x1="5141" y1="12667" x2="5656" y2="57333"/>
                          <a14:foregroundMark x1="5656" y1="57333" x2="16967" y2="66000"/>
                          <a14:foregroundMark x1="11825" y1="16000" x2="92288" y2="27333"/>
                          <a14:foregroundMark x1="92288" y1="27333" x2="88946" y2="72667"/>
                          <a14:backgroundMark x1="95116" y1="7333" x2="95630" y2="8000"/>
                        </a14:backgroundRemoval>
                      </a14:imgEffect>
                    </a14:imgLayer>
                  </a14:imgProps>
                </a:ext>
              </a:extLst>
            </a:blip>
            <a:srcRect l="3287" t="7715" r="4168" b="7841"/>
            <a:stretch>
              <a:fillRect/>
            </a:stretch>
          </p:blipFill>
          <p:spPr>
            <a:xfrm>
              <a:off x="6254751" y="5448300"/>
              <a:ext cx="3429000" cy="12065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B34057B0-EBEC-567A-5411-5C8A53564B93}"/>
                </a:ext>
              </a:extLst>
            </p:cNvPr>
            <p:cNvSpPr txBox="1"/>
            <p:nvPr/>
          </p:nvSpPr>
          <p:spPr>
            <a:xfrm>
              <a:off x="6766560" y="5509260"/>
              <a:ext cx="2051593" cy="261610"/>
            </a:xfrm>
            <a:prstGeom prst="rect">
              <a:avLst/>
            </a:prstGeom>
            <a:solidFill>
              <a:srgbClr val="F9F9FB"/>
            </a:solidFill>
          </p:spPr>
          <p:txBody>
            <a:bodyPr wrap="square" rtlCol="0">
              <a:spAutoFit/>
            </a:bodyPr>
            <a:lstStyle/>
            <a:p>
              <a:r>
                <a:rPr lang="es-ES" sz="1100">
                  <a:solidFill>
                    <a:srgbClr val="1C57B1"/>
                  </a:solidFill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mrdexter (@mr.dexter._)</a:t>
              </a:r>
              <a:endParaRPr lang="es-EC" sz="1100" dirty="0">
                <a:solidFill>
                  <a:srgbClr val="1C57B1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D1C85222-19FB-07E7-89F6-E77BB42F1F92}"/>
                </a:ext>
              </a:extLst>
            </p:cNvPr>
            <p:cNvSpPr txBox="1"/>
            <p:nvPr/>
          </p:nvSpPr>
          <p:spPr>
            <a:xfrm>
              <a:off x="6755567" y="5718218"/>
              <a:ext cx="2844165" cy="615553"/>
            </a:xfrm>
            <a:prstGeom prst="rect">
              <a:avLst/>
            </a:prstGeom>
            <a:gradFill>
              <a:gsLst>
                <a:gs pos="0">
                  <a:srgbClr val="FBFAFD"/>
                </a:gs>
                <a:gs pos="71000">
                  <a:srgbClr val="E5E6F0"/>
                </a:gs>
              </a:gsLst>
              <a:lin ang="5400000" scaled="1"/>
            </a:gradFill>
          </p:spPr>
          <p:txBody>
            <a:bodyPr wrap="square" rtlCol="0">
              <a:spAutoFit/>
            </a:bodyPr>
            <a:lstStyle/>
            <a:p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Hey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man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here's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presentation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for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tomorrow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. You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got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slide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6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please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practice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i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need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to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pass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this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s-EC" sz="900" dirty="0" err="1">
                  <a:latin typeface="Arial" panose="020B0604020202020204" pitchFamily="34" charset="0"/>
                  <a:cs typeface="Arial" panose="020B0604020202020204" pitchFamily="34" charset="0"/>
                </a:rPr>
                <a:t>class</a:t>
              </a:r>
              <a:r>
                <a:rPr lang="es-EC" sz="900" dirty="0">
                  <a:latin typeface="Arial" panose="020B0604020202020204" pitchFamily="34" charset="0"/>
                  <a:cs typeface="Arial" panose="020B0604020202020204" pitchFamily="34" charset="0"/>
                </a:rPr>
                <a:t> dude 😭</a:t>
              </a:r>
            </a:p>
            <a:p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attached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(104.37 </a:t>
              </a:r>
              <a:r>
                <a:rPr lang="es-EC" sz="600" b="1" u="sng" dirty="0" err="1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mb</a:t>
              </a:r>
              <a:r>
                <a:rPr lang="es-EC" sz="600" b="1" u="sng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pic>
          <p:nvPicPr>
            <p:cNvPr id="27" name="Imagen 26">
              <a:extLst>
                <a:ext uri="{FF2B5EF4-FFF2-40B4-BE49-F238E27FC236}">
                  <a16:creationId xmlns:a16="http://schemas.microsoft.com/office/drawing/2014/main" id="{78048714-E326-EA51-6B6E-2055014E7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327777" y="5520138"/>
              <a:ext cx="438782" cy="4387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 advClick="0">
        <p15:prstTrans prst="curtains"/>
      </p:transition>
    </mc:Choice>
    <mc:Fallback xmlns=""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eader">
            <a:extLst>
              <a:ext uri="{FF2B5EF4-FFF2-40B4-BE49-F238E27FC236}">
                <a16:creationId xmlns:a16="http://schemas.microsoft.com/office/drawing/2014/main" id="{27200A03-CB86-BDC9-E3C6-2E3DCF0C40C3}"/>
              </a:ext>
            </a:extLst>
          </p:cNvPr>
          <p:cNvSpPr/>
          <p:nvPr/>
        </p:nvSpPr>
        <p:spPr>
          <a:xfrm>
            <a:off x="3948653" y="282212"/>
            <a:ext cx="4041099" cy="1349115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Select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all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squares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with</a:t>
            </a:r>
            <a:endParaRPr lang="es-ES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traffic</a:t>
            </a:r>
            <a:r>
              <a:rPr lang="es-ES" sz="28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2800" b="1" dirty="0" err="1">
                <a:latin typeface="Roboto" panose="02000000000000000000" pitchFamily="2" charset="0"/>
                <a:ea typeface="Roboto" panose="02000000000000000000" pitchFamily="2" charset="0"/>
              </a:rPr>
              <a:t>lights</a:t>
            </a:r>
            <a:endParaRPr lang="es-ES" sz="2800" b="1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80000"/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If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there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are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none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click</a:t>
            </a:r>
            <a:r>
              <a:rPr lang="es-ES" sz="1600" b="1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600" b="1" dirty="0" err="1">
                <a:latin typeface="Roboto" panose="02000000000000000000" pitchFamily="2" charset="0"/>
                <a:ea typeface="Roboto" panose="02000000000000000000" pitchFamily="2" charset="0"/>
              </a:rPr>
              <a:t>skip</a:t>
            </a:r>
            <a:endParaRPr lang="es-EC" sz="16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45A8CDD-44DB-C25A-6D81-5156CDE26D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8653" y="1691288"/>
            <a:ext cx="4041099" cy="403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61667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661</TotalTime>
  <Words>364</Words>
  <Application>Microsoft Office PowerPoint</Application>
  <PresentationFormat>Panorámica</PresentationFormat>
  <Paragraphs>54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Presentación de PowerPoint</vt:lpstr>
      <vt:lpstr>Presentación de PowerPoint</vt:lpstr>
      <vt:lpstr>Presentación de PowerPoint</vt:lpstr>
      <vt:lpstr>h3</vt:lpstr>
      <vt:lpstr>Bs captcha</vt:lpstr>
      <vt:lpstr>c1</vt:lpstr>
      <vt:lpstr>c2</vt:lpstr>
      <vt:lpstr>c3</vt:lpstr>
      <vt:lpstr>Assets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90</cp:revision>
  <dcterms:created xsi:type="dcterms:W3CDTF">2026-10-14T22:28:15Z</dcterms:created>
  <dcterms:modified xsi:type="dcterms:W3CDTF">2026-10-27T01:40:18Z</dcterms:modified>
</cp:coreProperties>
</file>