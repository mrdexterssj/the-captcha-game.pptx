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57B1"/>
    <a:srgbClr val="E5E6F0"/>
    <a:srgbClr val="FBFAFD"/>
    <a:srgbClr val="EAEBF4"/>
    <a:srgbClr val="F9F9FB"/>
    <a:srgbClr val="4877C0"/>
    <a:srgbClr val="808080"/>
    <a:srgbClr val="E8F0FE"/>
    <a:srgbClr val="303F9F"/>
    <a:srgbClr val="303F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150" d="100"/>
          <a:sy n="150" d="100"/>
        </p:scale>
        <p:origin x="-3000" y="-1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19/10/2026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628"/>
            <a:ext cx="12192000" cy="685074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BFBD145-FD6F-F498-E139-217FECAD89C1}"/>
              </a:ext>
            </a:extLst>
          </p:cNvPr>
          <p:cNvSpPr/>
          <p:nvPr/>
        </p:nvSpPr>
        <p:spPr>
          <a:xfrm>
            <a:off x="2627084" y="-174172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3071EE-B768-ECA1-C55F-6F00DAEFAE96}"/>
              </a:ext>
            </a:extLst>
          </p:cNvPr>
          <p:cNvSpPr/>
          <p:nvPr/>
        </p:nvSpPr>
        <p:spPr>
          <a:xfrm>
            <a:off x="2627084" y="-174173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17" name="Notification">
            <a:extLst>
              <a:ext uri="{FF2B5EF4-FFF2-40B4-BE49-F238E27FC236}">
                <a16:creationId xmlns:a16="http://schemas.microsoft.com/office/drawing/2014/main" id="{9FF80B39-FB59-7705-C9F7-8FEDCF780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743" y="5451988"/>
            <a:ext cx="3535714" cy="1313424"/>
          </a:xfrm>
          <a:prstGeom prst="rect">
            <a:avLst/>
          </a:prstGeom>
        </p:spPr>
      </p:pic>
      <p:pic>
        <p:nvPicPr>
          <p:cNvPr id="15" name="Pointer" descr="Computer Mouse Icon for User Interfaces">
            <a:extLst>
              <a:ext uri="{FF2B5EF4-FFF2-40B4-BE49-F238E27FC236}">
                <a16:creationId xmlns:a16="http://schemas.microsoft.com/office/drawing/2014/main" id="{0DFDA3D2-3CFF-678A-78FA-E6307C98D7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054549" y="3275805"/>
            <a:ext cx="306388" cy="306388"/>
          </a:xfrm>
          <a:prstGeom prst="rect">
            <a:avLst/>
          </a:prstGeom>
        </p:spPr>
      </p:pic>
      <p:grpSp>
        <p:nvGrpSpPr>
          <p:cNvPr id="22" name="PPT Loading init">
            <a:extLst>
              <a:ext uri="{FF2B5EF4-FFF2-40B4-BE49-F238E27FC236}">
                <a16:creationId xmlns:a16="http://schemas.microsoft.com/office/drawing/2014/main" id="{2260787A-DA9C-1DAB-F717-9FA5D91B4D20}"/>
              </a:ext>
            </a:extLst>
          </p:cNvPr>
          <p:cNvGrpSpPr/>
          <p:nvPr/>
        </p:nvGrpSpPr>
        <p:grpSpPr>
          <a:xfrm>
            <a:off x="4383525" y="2258836"/>
            <a:ext cx="3419952" cy="2152950"/>
            <a:chOff x="4383525" y="2258836"/>
            <a:chExt cx="3419952" cy="2152950"/>
          </a:xfrm>
        </p:grpSpPr>
        <p:pic>
          <p:nvPicPr>
            <p:cNvPr id="18" name="Imagen 17" descr="Opening PowerPoint files from Teams get stuck loading at 0% : r/Office365">
              <a:extLst>
                <a:ext uri="{FF2B5EF4-FFF2-40B4-BE49-F238E27FC236}">
                  <a16:creationId xmlns:a16="http://schemas.microsoft.com/office/drawing/2014/main" id="{8440560E-551E-359C-9B8B-3E336A28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3525" y="2258836"/>
              <a:ext cx="3419952" cy="2152950"/>
            </a:xfrm>
            <a:prstGeom prst="rect">
              <a:avLst/>
            </a:prstGeom>
          </p:spPr>
        </p:pic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E6B890BF-C7B4-1761-C0D0-5D272503300C}"/>
                </a:ext>
              </a:extLst>
            </p:cNvPr>
            <p:cNvSpPr/>
            <p:nvPr/>
          </p:nvSpPr>
          <p:spPr>
            <a:xfrm>
              <a:off x="4383525" y="4235450"/>
              <a:ext cx="3357125" cy="12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0F60CAB-FBE8-97FD-0C99-32470E2F71E3}"/>
              </a:ext>
            </a:extLst>
          </p:cNvPr>
          <p:cNvSpPr/>
          <p:nvPr/>
        </p:nvSpPr>
        <p:spPr>
          <a:xfrm>
            <a:off x="4391145" y="424434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>
        <p159:morph option="byObject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000"/>
                            </p:stCondLst>
                            <p:childTnLst>
                              <p:par>
                                <p:cTn id="33" presetID="0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58333E-6 1.48148E-6 L 0.10495 0.425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47" y="21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0"/>
                            </p:stCondLst>
                            <p:childTnLst>
                              <p:par>
                                <p:cTn id="3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500"/>
                            </p:stCondLst>
                            <p:childTnLst>
                              <p:par>
                                <p:cTn id="39" presetID="2" presetClass="exit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3" grpId="0" animBg="1"/>
      <p:bldP spid="3" grpId="1" build="allAtOnce" animBg="1"/>
      <p:bldP spid="5" grpId="0" animBg="1"/>
      <p:bldP spid="5" grpId="1" build="allAtOnce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4855BC59-9B48-6B31-8E41-8CF53130414D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4" name="Imagen 23" descr="Screen shot of notification of low battery power ">
              <a:extLst>
                <a:ext uri="{FF2B5EF4-FFF2-40B4-BE49-F238E27FC236}">
                  <a16:creationId xmlns:a16="http://schemas.microsoft.com/office/drawing/2014/main" id="{995812B0-C22D-0AE3-0D4E-8C995B488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34057B0-EBEC-567A-5411-5C8A53564B93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D1C85222-19FB-07E7-89F6-E77BB42F1F92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615553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Hey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here's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tomorrow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. You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got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slide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6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please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practice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need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class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dude 😭</a:t>
              </a: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(104.37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78048714-E326-EA51-6B6E-2055014E7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149</Words>
  <Application>Microsoft Office PowerPoint</Application>
  <PresentationFormat>Panorámica</PresentationFormat>
  <Paragraphs>31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H2 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32</cp:revision>
  <dcterms:created xsi:type="dcterms:W3CDTF">2026-10-14T22:28:15Z</dcterms:created>
  <dcterms:modified xsi:type="dcterms:W3CDTF">2026-10-20T03:43:15Z</dcterms:modified>
</cp:coreProperties>
</file>