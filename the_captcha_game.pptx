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86D8"/>
    <a:srgbClr val="808080"/>
    <a:srgbClr val="4F8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219B6024-B130-AE3B-9EC8-942B21CC3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Rectángulo 20">
            <a:extLst>
              <a:ext uri="{FF2B5EF4-FFF2-40B4-BE49-F238E27FC236}">
                <a16:creationId xmlns:a16="http://schemas.microsoft.com/office/drawing/2014/main" id="{ECB7E2FA-524F-EB4F-AECD-608EB6F4946F}"/>
              </a:ext>
            </a:extLst>
          </p:cNvPr>
          <p:cNvSpPr/>
          <p:nvPr/>
        </p:nvSpPr>
        <p:spPr>
          <a:xfrm>
            <a:off x="4362138" y="2683239"/>
            <a:ext cx="2803160" cy="1409076"/>
          </a:xfrm>
          <a:prstGeom prst="rect">
            <a:avLst/>
          </a:prstGeom>
          <a:solidFill>
            <a:srgbClr val="3986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PLAY</a:t>
            </a:r>
          </a:p>
        </p:txBody>
      </p: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267E0-1666-FE88-F39E-3CE7F3175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A7393D-0ED3-E20F-B86F-A5F2ED204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19BE9B-4F51-DB67-3E6C-15DB1099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H2</a:t>
            </a:r>
            <a:br>
              <a:rPr lang="es-ES" dirty="0"/>
            </a:b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3D4543-E5BF-6330-0003-7C5B9A966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BCAFB-7AA6-7558-1DB6-57375814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h3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D0FE9-A4B0-34C8-B749-C1DFC656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83918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BC7EC-85AE-16FC-AB04-8A6F1F8CD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Bs captcha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4EB59F-BA08-49B6-1D05-C6FC0416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14673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033EF-F26A-46DB-9B9E-C550AFCB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85B1BC-912E-98E6-4A17-41BE8990B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669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C48E9-7F8F-E939-DA83-8E16A963E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c2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2196F-7557-57DA-3DE3-AF4D471F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2680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93A51-0E9D-0708-2D03-D6E66AF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c3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B11AB-AF2B-92C2-554C-7C0D2E727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26655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29</Words>
  <Application>Microsoft Office PowerPoint</Application>
  <PresentationFormat>Panorámica</PresentationFormat>
  <Paragraphs>13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ADLaM Display</vt:lpstr>
      <vt:lpstr>Aptos</vt:lpstr>
      <vt:lpstr>Aptos Display</vt:lpstr>
      <vt:lpstr>Arial</vt:lpstr>
      <vt:lpstr>Roboto</vt:lpstr>
      <vt:lpstr>Tema de Office</vt:lpstr>
      <vt:lpstr>THE CAPTCHA GAME</vt:lpstr>
      <vt:lpstr>h1</vt:lpstr>
      <vt:lpstr>H2 </vt:lpstr>
      <vt:lpstr>h3</vt:lpstr>
      <vt:lpstr>Bs captcha</vt:lpstr>
      <vt:lpstr>c1</vt:lpstr>
      <vt:lpstr>c2</vt:lpstr>
      <vt:lpstr>c3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9</cp:revision>
  <dcterms:created xsi:type="dcterms:W3CDTF">2026-10-14T22:28:15Z</dcterms:created>
  <dcterms:modified xsi:type="dcterms:W3CDTF">2026-10-15T02:16:27Z</dcterms:modified>
</cp:coreProperties>
</file>