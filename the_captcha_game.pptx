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3F9F"/>
    <a:srgbClr val="303FB8"/>
    <a:srgbClr val="E8F0FE"/>
    <a:srgbClr val="808080"/>
    <a:srgbClr val="6F7277"/>
    <a:srgbClr val="3986D8"/>
    <a:srgbClr val="E74635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234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0"/>
    </mc:Choice>
    <mc:Fallback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Click="0">
        <p15:prstTrans prst="curtains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267E0-1666-FE88-F39E-3CE7F3175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A7393D-0ED3-E20F-B86F-A5F2ED204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9BE9B-4F51-DB67-3E6C-15DB1099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H2</a:t>
            </a:r>
            <a:br>
              <a:rPr lang="es-ES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3D4543-E5BF-6330-0003-7C5B9A96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Click="0">
        <p15:prstTrans prst="curtains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69</Words>
  <Application>Microsoft Office PowerPoint</Application>
  <PresentationFormat>Panorámica</PresentationFormat>
  <Paragraphs>25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h1</vt:lpstr>
      <vt:lpstr>H2 </vt:lpstr>
      <vt:lpstr>h3</vt:lpstr>
      <vt:lpstr>Bs captcha</vt:lpstr>
      <vt:lpstr>c1</vt:lpstr>
      <vt:lpstr>c2</vt:lpstr>
      <vt:lpstr>c3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22</cp:revision>
  <dcterms:created xsi:type="dcterms:W3CDTF">2026-10-14T22:28:15Z</dcterms:created>
  <dcterms:modified xsi:type="dcterms:W3CDTF">2026-10-16T00:59:40Z</dcterms:modified>
</cp:coreProperties>
</file>