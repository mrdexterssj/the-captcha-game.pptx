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notesSlides/notesSlide1.xml" ContentType="application/vnd.openxmlformats-officedocument.presentationml.notesSlide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4" r:id="rId2"/>
    <p:sldId id="256" r:id="rId3"/>
    <p:sldId id="257" r:id="rId4"/>
    <p:sldId id="258" r:id="rId5"/>
    <p:sldId id="266" r:id="rId6"/>
    <p:sldId id="270" r:id="rId7"/>
    <p:sldId id="271" r:id="rId8"/>
    <p:sldId id="272" r:id="rId9"/>
    <p:sldId id="273" r:id="rId10"/>
    <p:sldId id="269" r:id="rId11"/>
    <p:sldId id="265" r:id="rId12"/>
    <p:sldId id="267" r:id="rId13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screen" id="{4974662A-2209-4C68-91D4-EC882716BE1C}">
          <p14:sldIdLst>
            <p14:sldId id="264"/>
            <p14:sldId id="256"/>
          </p14:sldIdLst>
        </p14:section>
        <p14:section name="Prologue" id="{6612F7BA-371A-4901-9CAE-67497492E7DA}">
          <p14:sldIdLst>
            <p14:sldId id="257"/>
          </p14:sldIdLst>
        </p14:section>
        <p14:section name="The Game" id="{4D529446-FE4B-4573-A8D1-E3A2159D164D}">
          <p14:sldIdLst>
            <p14:sldId id="258"/>
            <p14:sldId id="266"/>
            <p14:sldId id="270"/>
            <p14:sldId id="271"/>
            <p14:sldId id="272"/>
            <p14:sldId id="273"/>
            <p14:sldId id="269"/>
            <p14:sldId id="265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Rg st="1" end="2"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6E63"/>
    <a:srgbClr val="FA9F98"/>
    <a:srgbClr val="1A73E8"/>
    <a:srgbClr val="FFFFFF"/>
    <a:srgbClr val="B43C1C"/>
    <a:srgbClr val="E8F0FE"/>
    <a:srgbClr val="E7ECF0"/>
    <a:srgbClr val="F5F5F5"/>
    <a:srgbClr val="1C57B1"/>
    <a:srgbClr val="E5E6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234" y="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22:56:32.814"/>
    </inkml:context>
    <inkml:brush xml:id="br0">
      <inkml:brushProperty name="width" value="0.035" units="cm"/>
      <inkml:brushProperty name="height" value="0.035" units="cm"/>
      <inkml:brushProperty name="color" value="#AEAEAE"/>
    </inkml:brush>
  </inkml:definitions>
  <inkml:trace contextRef="#ctx0" brushRef="#br0">1 1 24575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00:12:33.768"/>
    </inkml:context>
    <inkml:brush xml:id="br0">
      <inkml:brushProperty name="width" value="0.035" units="cm"/>
      <inkml:brushProperty name="height" value="0.035" units="cm"/>
      <inkml:brushProperty name="color" value="#AEAEAE"/>
    </inkml:brush>
  </inkml:definitions>
  <inkml:trace contextRef="#ctx0" brushRef="#br0">1 1 24575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22:56:32.814"/>
    </inkml:context>
    <inkml:brush xml:id="br0">
      <inkml:brushProperty name="width" value="0.035" units="cm"/>
      <inkml:brushProperty name="height" value="0.035" units="cm"/>
      <inkml:brushProperty name="color" value="#AEAEAE"/>
    </inkml:brush>
  </inkml:definitions>
  <inkml:trace contextRef="#ctx0" brushRef="#br0">1 1 24575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A4ACEE-557C-4A2B-AD79-893718E33519}" type="datetimeFigureOut">
              <a:rPr lang="es-EC" smtClean="0"/>
              <a:t>27/10/2026</a:t>
            </a:fld>
            <a:endParaRPr lang="es-EC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C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432856-385E-4D1C-994B-5C349E79D6A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1552980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432856-385E-4D1C-994B-5C349E79D6AD}" type="slidenum">
              <a:rPr lang="es-EC" smtClean="0"/>
              <a:t>10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9777999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F16395-347A-3179-E17B-3A37B98EB8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CBEB8E2-8190-0508-4E19-00A421FEAA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9A9E8D-B6D9-2661-91A0-43C9A433C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A3AB4-39FE-4D24-938E-AA63356A695F}" type="datetimeFigureOut">
              <a:rPr lang="es-EC" smtClean="0"/>
              <a:t>27/10/2026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68F97B-7AA9-3E35-2BE9-E83AA2FB3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C7F229-2576-992D-2B8B-A31D054C6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AE63C-6347-4943-8BE4-38E996703901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429296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489508-3313-53E5-E084-72B8C3D8D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F1C3E42-083C-65D3-D5CC-CE38E9179B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7287D61-33EA-9344-D4CC-5897E9C4F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A3AB4-39FE-4D24-938E-AA63356A695F}" type="datetimeFigureOut">
              <a:rPr lang="es-EC" smtClean="0"/>
              <a:t>27/10/2026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971468-9D72-657A-F419-F735CD178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3AACF8-FCA3-25EE-8372-CEBAFDE37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AE63C-6347-4943-8BE4-38E996703901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49829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0467CE-F966-4525-4D17-46BC5EE99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074F50C-2A13-8DE5-3F3D-12B1B20409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05FBA2-7ED0-9323-68FC-4C1F394D5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A3AB4-39FE-4D24-938E-AA63356A695F}" type="datetimeFigureOut">
              <a:rPr lang="es-EC" smtClean="0"/>
              <a:t>27/10/2026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4FEAAC0-BA8A-9BD2-0956-0A6EB5107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FF35AE3-5CB0-59FB-2CDC-818B4794D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AE63C-6347-4943-8BE4-38E996703901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395541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1C129F-B560-B2DA-8E16-2517CD3B0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031A9BD-4988-7045-564D-A0305F2AA7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E039188-F7D7-5786-2445-24CF2F51C3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5F8EF9C-ADFD-3B32-86B1-E63560D58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A3AB4-39FE-4D24-938E-AA63356A695F}" type="datetimeFigureOut">
              <a:rPr lang="es-EC" smtClean="0"/>
              <a:t>27/10/2026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ED26F00-6AC0-B764-FB47-2B4B0FA04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90269FB-8B49-7779-0C49-E31E47D93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AE63C-6347-4943-8BE4-38E996703901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621315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F65979-95B5-54EC-9648-490BB3E27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7DAFC73-B4DA-E243-C787-2B89C15A39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8209762-2CD6-DFE5-5B3C-05F8C2229B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37CDFBE-2B50-EDD4-7953-4C934323AD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43EFEED-4264-95D8-C7E3-59CC339680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EB429E7-9CF8-7BF9-E525-EC214581C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A3AB4-39FE-4D24-938E-AA63356A695F}" type="datetimeFigureOut">
              <a:rPr lang="es-EC" smtClean="0"/>
              <a:t>27/10/2026</a:t>
            </a:fld>
            <a:endParaRPr lang="es-EC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BFD0925-06AA-1296-A515-9C75AF9B6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AA998D7-19F4-9E31-E8F8-3AE3F6E1C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AE63C-6347-4943-8BE4-38E996703901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82583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31BFAA-CE5D-B5F5-29E0-F3DC84FD9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293FF3D-99FB-6654-8929-68C494678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A3AB4-39FE-4D24-938E-AA63356A695F}" type="datetimeFigureOut">
              <a:rPr lang="es-EC" smtClean="0"/>
              <a:t>27/10/2026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AB94BF6-53BD-E93A-DBBE-2B4CCB1F8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B9FB6E9-9531-7435-12D4-3C5E1ECD8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AE63C-6347-4943-8BE4-38E996703901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365337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B27972E-A6C0-7303-B2D9-F296EE44F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A3AB4-39FE-4D24-938E-AA63356A695F}" type="datetimeFigureOut">
              <a:rPr lang="es-EC" smtClean="0"/>
              <a:t>27/10/2026</a:t>
            </a:fld>
            <a:endParaRPr lang="es-EC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191BBBB-12FE-AF90-4734-D295210D7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D5404A8-9DF4-B59D-4177-28EE04BEB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AE63C-6347-4943-8BE4-38E996703901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711940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36CF84-309A-150C-D331-AEE498984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4683F2C-14BF-69DB-F8AF-9D70BFCC8A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8BB0A8A-47B4-5772-5ABD-0B2A9C2AAB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EE7DF39-45EA-A358-46EE-9B78F93F8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A3AB4-39FE-4D24-938E-AA63356A695F}" type="datetimeFigureOut">
              <a:rPr lang="es-EC" smtClean="0"/>
              <a:t>27/10/2026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BC1A134-1206-23DA-2452-04B514D03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54DA0C8-986C-9531-C6A6-C2908C5F8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AE63C-6347-4943-8BE4-38E996703901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550518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F35FDA-FFE2-38A6-F284-29965F32A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83B3783-5776-34F6-5414-C1D174A0CDC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37D010C-A995-AE59-BF89-7B7DC9AC35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AEAC77-3DC1-B070-B09F-458D005EF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A3AB4-39FE-4D24-938E-AA63356A695F}" type="datetimeFigureOut">
              <a:rPr lang="es-EC" smtClean="0"/>
              <a:t>27/10/2026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EBD059A-4B4D-1762-1E74-C17D35243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8AC90B8-9274-0D7C-8A3C-69688BC23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AE63C-6347-4943-8BE4-38E996703901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064094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15768B-A217-390A-D235-6386A7D44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78BEA54-42B7-8A50-0384-11347510DF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6BF2BC-8524-50BB-7B81-2C9F8C28B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A3AB4-39FE-4D24-938E-AA63356A695F}" type="datetimeFigureOut">
              <a:rPr lang="es-EC" smtClean="0"/>
              <a:t>27/10/2026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177765B-64E5-2A01-64CA-CDF173B56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291599-A42A-97B4-6E95-3014E51ED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AE63C-6347-4943-8BE4-38E996703901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449874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19B1ADB-251F-DFF1-22BD-102C50BD5B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1ABB960-20DD-C673-652D-911713D508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0FC8E4-CEEF-29EB-1758-48737649A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A3AB4-39FE-4D24-938E-AA63356A695F}" type="datetimeFigureOut">
              <a:rPr lang="es-EC" smtClean="0"/>
              <a:t>27/10/2026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EAD02A9-CB71-EECC-6466-06F617394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57BA4BB-635E-C59A-901E-CF1D874F8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AE63C-6347-4943-8BE4-38E996703901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076810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32F326D-1AB0-74DB-F569-273BA1FAF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678C608-209D-E58B-518C-439B90A22B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8269F0-863C-30E8-A729-928A879468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CA3AB4-39FE-4D24-938E-AA63356A695F}" type="datetimeFigureOut">
              <a:rPr lang="es-EC" smtClean="0"/>
              <a:t>27/10/2026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555E994-BF5C-2352-8A8F-8E832A65CD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0B8F0A8-26B0-AD08-6C85-FDA91A6B81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FAE63C-6347-4943-8BE4-38E996703901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151354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13" Type="http://schemas.openxmlformats.org/officeDocument/2006/relationships/image" Target="../media/image8.png"/><Relationship Id="rId3" Type="http://schemas.openxmlformats.org/officeDocument/2006/relationships/slide" Target="slide1.xml"/><Relationship Id="rId7" Type="http://schemas.openxmlformats.org/officeDocument/2006/relationships/image" Target="../media/image4.png"/><Relationship Id="rId12" Type="http://schemas.openxmlformats.org/officeDocument/2006/relationships/image" Target="../media/image7.png"/><Relationship Id="rId17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.xml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5" Type="http://schemas.openxmlformats.org/officeDocument/2006/relationships/image" Target="../media/image9.png"/><Relationship Id="rId10" Type="http://schemas.openxmlformats.org/officeDocument/2006/relationships/hyperlink" Target="https://github.com/mrdexterssj/the-captcha-game.pptx" TargetMode="External"/><Relationship Id="rId4" Type="http://schemas.openxmlformats.org/officeDocument/2006/relationships/image" Target="../media/image2.png"/><Relationship Id="rId9" Type="http://schemas.openxmlformats.org/officeDocument/2006/relationships/image" Target="../media/image5.png"/><Relationship Id="rId14" Type="http://schemas.openxmlformats.org/officeDocument/2006/relationships/audio" Target="../media/audio1.wav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gif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0.png"/><Relationship Id="rId5" Type="http://schemas.openxmlformats.org/officeDocument/2006/relationships/image" Target="../media/image15.png"/><Relationship Id="rId10" Type="http://schemas.openxmlformats.org/officeDocument/2006/relationships/slide" Target="slide4.xml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18" Type="http://schemas.openxmlformats.org/officeDocument/2006/relationships/image" Target="../media/image37.png"/><Relationship Id="rId3" Type="http://schemas.openxmlformats.org/officeDocument/2006/relationships/image" Target="../media/image22.png"/><Relationship Id="rId21" Type="http://schemas.openxmlformats.org/officeDocument/2006/relationships/image" Target="../media/image2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17" Type="http://schemas.openxmlformats.org/officeDocument/2006/relationships/image" Target="../media/image36.png"/><Relationship Id="rId2" Type="http://schemas.openxmlformats.org/officeDocument/2006/relationships/image" Target="../media/image21.png"/><Relationship Id="rId16" Type="http://schemas.openxmlformats.org/officeDocument/2006/relationships/image" Target="../media/image35.png"/><Relationship Id="rId20" Type="http://schemas.openxmlformats.org/officeDocument/2006/relationships/slide" Target="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5" Type="http://schemas.openxmlformats.org/officeDocument/2006/relationships/image" Target="../media/image34.png"/><Relationship Id="rId10" Type="http://schemas.openxmlformats.org/officeDocument/2006/relationships/image" Target="../media/image29.png"/><Relationship Id="rId19" Type="http://schemas.openxmlformats.org/officeDocument/2006/relationships/slide" Target="slide5.xml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14" Type="http://schemas.openxmlformats.org/officeDocument/2006/relationships/image" Target="../media/image33.png"/><Relationship Id="rId22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2.png"/><Relationship Id="rId7" Type="http://schemas.openxmlformats.org/officeDocument/2006/relationships/image" Target="../media/image39.png"/><Relationship Id="rId12" Type="http://schemas.openxmlformats.org/officeDocument/2006/relationships/image" Target="../media/image11.png"/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slide" Target="slide6.xml"/><Relationship Id="rId10" Type="http://schemas.openxmlformats.org/officeDocument/2006/relationships/image" Target="../media/image42.png"/><Relationship Id="rId4" Type="http://schemas.openxmlformats.org/officeDocument/2006/relationships/image" Target="../media/image10.png"/><Relationship Id="rId9" Type="http://schemas.openxmlformats.org/officeDocument/2006/relationships/image" Target="../media/image4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slide" Target="slide7.xml"/><Relationship Id="rId7" Type="http://schemas.openxmlformats.org/officeDocument/2006/relationships/image" Target="../media/image45.jpe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2.png"/><Relationship Id="rId4" Type="http://schemas.openxmlformats.org/officeDocument/2006/relationships/slide" Target="slide10.xml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10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slide" Target="slide10.xml"/><Relationship Id="rId4" Type="http://schemas.openxmlformats.org/officeDocument/2006/relationships/slide" Target="slide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slide" Target="slide9.xml"/><Relationship Id="rId5" Type="http://schemas.openxmlformats.org/officeDocument/2006/relationships/image" Target="../media/image49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1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mrdexterssj/the-captcha-game.pptx" TargetMode="External"/><Relationship Id="rId11" Type="http://schemas.openxmlformats.org/officeDocument/2006/relationships/image" Target="../media/image9.png"/><Relationship Id="rId5" Type="http://schemas.openxmlformats.org/officeDocument/2006/relationships/image" Target="../media/image50.png"/><Relationship Id="rId10" Type="http://schemas.openxmlformats.org/officeDocument/2006/relationships/audio" Target="../media/audio1.wav"/><Relationship Id="rId4" Type="http://schemas.openxmlformats.org/officeDocument/2006/relationships/customXml" Target="../ink/ink2.xml"/><Relationship Id="rId9" Type="http://schemas.openxmlformats.org/officeDocument/2006/relationships/image" Target="../media/image8.png"/><Relationship Id="rId14" Type="http://schemas.openxmlformats.org/officeDocument/2006/relationships/image" Target="../media/image5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microsoft.com/office/2007/relationships/hdphoto" Target="../media/hdphoto1.wdp"/><Relationship Id="rId3" Type="http://schemas.openxmlformats.org/officeDocument/2006/relationships/image" Target="../media/image1.png"/><Relationship Id="rId7" Type="http://schemas.openxmlformats.org/officeDocument/2006/relationships/customXml" Target="../ink/ink3.xml"/><Relationship Id="rId12" Type="http://schemas.openxmlformats.org/officeDocument/2006/relationships/image" Target="../media/image48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6.png"/><Relationship Id="rId5" Type="http://schemas.openxmlformats.org/officeDocument/2006/relationships/image" Target="../media/image2.png"/><Relationship Id="rId10" Type="http://schemas.openxmlformats.org/officeDocument/2006/relationships/hyperlink" Target="https://github.com/mrdexterssj/the-captcha-game.pptx" TargetMode="External"/><Relationship Id="rId4" Type="http://schemas.openxmlformats.org/officeDocument/2006/relationships/slide" Target="slide1.xml"/><Relationship Id="rId9" Type="http://schemas.openxmlformats.org/officeDocument/2006/relationships/image" Target="../media/image5.png"/><Relationship Id="rId14" Type="http://schemas.openxmlformats.org/officeDocument/2006/relationships/image" Target="../media/image4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FE581FC9-09FC-308F-A58D-BAD1D152EFF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986D8"/>
          </a:solidFill>
          <a:ln>
            <a:solidFill>
              <a:srgbClr val="398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137945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ow tooltips text">
            <a:extLst>
              <a:ext uri="{FF2B5EF4-FFF2-40B4-BE49-F238E27FC236}">
                <a16:creationId xmlns:a16="http://schemas.microsoft.com/office/drawing/2014/main" id="{4E8CC1D9-2CA2-2317-191D-C3EBD6420C5B}"/>
              </a:ext>
            </a:extLst>
          </p:cNvPr>
          <p:cNvSpPr txBox="1"/>
          <p:nvPr/>
        </p:nvSpPr>
        <p:spPr>
          <a:xfrm>
            <a:off x="9839275" y="6305630"/>
            <a:ext cx="16198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rgbClr val="8080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Show </a:t>
            </a:r>
            <a:r>
              <a:rPr lang="es-ES" sz="1200" b="1" dirty="0" err="1">
                <a:solidFill>
                  <a:srgbClr val="8080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tooltips</a:t>
            </a:r>
            <a:endParaRPr lang="es-EC" sz="1200" b="1" dirty="0">
              <a:solidFill>
                <a:srgbClr val="80808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008476C-2171-9489-B113-1B219C2731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37606" y="4986415"/>
            <a:ext cx="1619869" cy="990593"/>
          </a:xfrm>
          <a:prstGeom prst="roundRect">
            <a:avLst>
              <a:gd name="adj" fmla="val 8013"/>
            </a:avLst>
          </a:prstGeom>
          <a:ln w="12700">
            <a:solidFill>
              <a:schemeClr val="bg2">
                <a:lumMod val="75000"/>
              </a:schemeClr>
            </a:solidFill>
          </a:ln>
        </p:spPr>
        <p:txBody>
          <a:bodyPr>
            <a:normAutofit fontScale="77500" lnSpcReduction="20000"/>
          </a:bodyPr>
          <a:lstStyle/>
          <a:p>
            <a:pPr algn="l"/>
            <a:endParaRPr lang="es-ES" sz="12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l">
              <a:spcBef>
                <a:spcPts val="700"/>
              </a:spcBef>
            </a:pPr>
            <a:r>
              <a:rPr lang="es-ES" sz="1100" dirty="0">
                <a:latin typeface="Roboto" panose="02000000000000000000" pitchFamily="2" charset="0"/>
                <a:ea typeface="Roboto" panose="02000000000000000000" pitchFamily="2" charset="0"/>
              </a:rPr>
              <a:t>Made </a:t>
            </a:r>
            <a:r>
              <a:rPr lang="es-ES" sz="1100" dirty="0" err="1">
                <a:latin typeface="Roboto" panose="02000000000000000000" pitchFamily="2" charset="0"/>
                <a:ea typeface="Roboto" panose="02000000000000000000" pitchFamily="2" charset="0"/>
              </a:rPr>
              <a:t>for</a:t>
            </a:r>
            <a:r>
              <a:rPr lang="es-ES" sz="1100" dirty="0">
                <a:latin typeface="Roboto" panose="02000000000000000000" pitchFamily="2" charset="0"/>
                <a:ea typeface="Roboto" panose="02000000000000000000" pitchFamily="2" charset="0"/>
              </a:rPr>
              <a:t> Wrong Tool 2026 </a:t>
            </a:r>
            <a:r>
              <a:rPr lang="es-ES" sz="1100" dirty="0" err="1">
                <a:latin typeface="Roboto" panose="02000000000000000000" pitchFamily="2" charset="0"/>
                <a:ea typeface="Roboto" panose="02000000000000000000" pitchFamily="2" charset="0"/>
              </a:rPr>
              <a:t>by</a:t>
            </a:r>
            <a:r>
              <a:rPr lang="es-ES" sz="1100" dirty="0">
                <a:latin typeface="Roboto" panose="02000000000000000000" pitchFamily="2" charset="0"/>
                <a:ea typeface="Roboto" panose="02000000000000000000" pitchFamily="2" charset="0"/>
              </a:rPr>
              <a:t> Hack Club</a:t>
            </a:r>
          </a:p>
          <a:p>
            <a:pPr algn="l">
              <a:spcBef>
                <a:spcPts val="700"/>
              </a:spcBef>
            </a:pPr>
            <a:r>
              <a:rPr lang="es-ES" sz="1100" dirty="0">
                <a:latin typeface="Roboto" panose="02000000000000000000" pitchFamily="2" charset="0"/>
                <a:ea typeface="Roboto" panose="02000000000000000000" pitchFamily="2" charset="0"/>
              </a:rPr>
              <a:t>Author: @mrdexterssj </a:t>
            </a:r>
            <a:r>
              <a:rPr lang="es-ES" sz="1100" dirty="0" err="1">
                <a:latin typeface="Roboto" panose="02000000000000000000" pitchFamily="2" charset="0"/>
                <a:ea typeface="Roboto" panose="02000000000000000000" pitchFamily="2" charset="0"/>
              </a:rPr>
              <a:t>on</a:t>
            </a:r>
            <a:r>
              <a:rPr lang="es-ES" sz="11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ES" sz="1100" dirty="0" err="1">
                <a:latin typeface="Roboto" panose="02000000000000000000" pitchFamily="2" charset="0"/>
                <a:ea typeface="Roboto" panose="02000000000000000000" pitchFamily="2" charset="0"/>
              </a:rPr>
              <a:t>github</a:t>
            </a:r>
            <a:endParaRPr lang="es-ES" sz="11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l">
              <a:spcBef>
                <a:spcPts val="700"/>
              </a:spcBef>
            </a:pPr>
            <a:r>
              <a:rPr lang="es-ES" sz="1100" dirty="0">
                <a:latin typeface="Roboto" panose="02000000000000000000" pitchFamily="2" charset="0"/>
                <a:ea typeface="Roboto" panose="02000000000000000000" pitchFamily="2" charset="0"/>
              </a:rPr>
              <a:t>#YSWS</a:t>
            </a:r>
            <a:endParaRPr lang="es-EC" sz="11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" name="Blue ribbon">
            <a:extLst>
              <a:ext uri="{FF2B5EF4-FFF2-40B4-BE49-F238E27FC236}">
                <a16:creationId xmlns:a16="http://schemas.microsoft.com/office/drawing/2014/main" id="{ED205465-6DA0-1400-DC34-75FA9D1F2AAF}"/>
              </a:ext>
            </a:extLst>
          </p:cNvPr>
          <p:cNvSpPr/>
          <p:nvPr/>
        </p:nvSpPr>
        <p:spPr>
          <a:xfrm>
            <a:off x="0" y="0"/>
            <a:ext cx="12192000" cy="2428407"/>
          </a:xfrm>
          <a:prstGeom prst="rect">
            <a:avLst/>
          </a:prstGeom>
          <a:solidFill>
            <a:srgbClr val="3986D8"/>
          </a:solidFill>
          <a:ln>
            <a:solidFill>
              <a:srgbClr val="398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E8C787A1-B68C-93F1-A421-D430A7CC5C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940" y="-376718"/>
            <a:ext cx="11997128" cy="2387600"/>
          </a:xfrm>
        </p:spPr>
        <p:txBody>
          <a:bodyPr>
            <a:noAutofit/>
          </a:bodyPr>
          <a:lstStyle/>
          <a:p>
            <a:r>
              <a:rPr lang="es-ES" sz="8800" b="1" dirty="0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THE CAPTCHA GAME</a:t>
            </a:r>
            <a:endParaRPr lang="es-EC" sz="8800" b="1" dirty="0">
              <a:solidFill>
                <a:schemeClr val="bg1"/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pic>
        <p:nvPicPr>
          <p:cNvPr id="8" name="Info" descr="&lt;svg xmlns=&quot;http://www.w3.org/2000/svg&quot; height=&quot;24px&quot; viewBox=&quot;0 -960 960 960&quot; width=&quot;24px&quot; fill=&quot;#808080&quot;&gt;&lt;path d=&quot;M440-280h80v-240h-80v240Zm68.5-331.5Q520-623 520-640t-11.5-28.5Q497-680 480-680t-28.5 11.5Q440-657 440-640t11.5 28.5Q463-600 480-600t28.5-11.5ZM480-80q-83 0-156-31.5T197-197q-54-54-85.5-127T80-480q0-83 31.5-156T197-763q54-54 127-85.5T480-880q83 0 156 31.5T763-763q54 54 85.5 127T880-480q0 83-31.5 156T763-197q-54 54-127 85.5T480-80Zm0-80q134 0 227-93t93-227q0-134-93-227t-227-93q-134 0-227 93t-93 227q0 134 93 227t227 93Zm0-320Z&quot;/&gt;&lt;/svg&gt;">
            <a:extLst>
              <a:ext uri="{FF2B5EF4-FFF2-40B4-BE49-F238E27FC236}">
                <a16:creationId xmlns:a16="http://schemas.microsoft.com/office/drawing/2014/main" id="{89FDB629-913F-C7CD-AD5B-6BA5B60C5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397" y="6119769"/>
            <a:ext cx="576531" cy="576531"/>
          </a:xfrm>
          <a:prstGeom prst="rect">
            <a:avLst/>
          </a:prstGeom>
        </p:spPr>
      </p:pic>
      <p:pic>
        <p:nvPicPr>
          <p:cNvPr id="9" name="Replay animation" descr="&lt;svg xmlns=&quot;http://www.w3.org/2000/svg&quot; height=&quot;24px&quot; viewBox=&quot;0 -960 960 960&quot; width=&quot;24px&quot; fill=&quot;#808080&quot;&gt;&lt;path d=&quot;M480-160q-134 0-227-93t-93-227q0-134 93-227t227-93q69 0 132 28.5T720-690v-110h80v280H520v-80h168q-32-56-87.5-88T480-720q-100 0-170 70t-70 170q0 100 70 170t170 70q77 0 139-44t87-116h84q-28 106-114 173t-196 67Z&quot;/&gt;&lt;/svg&gt;">
            <a:hlinkClick r:id="rId3" action="ppaction://hlinksldjump"/>
            <a:extLst>
              <a:ext uri="{FF2B5EF4-FFF2-40B4-BE49-F238E27FC236}">
                <a16:creationId xmlns:a16="http://schemas.microsoft.com/office/drawing/2014/main" id="{ED7120A3-AADE-BDAC-8C40-50A7D074AD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262" y="6093772"/>
            <a:ext cx="624042" cy="624042"/>
          </a:xfrm>
          <a:prstGeom prst="rect">
            <a:avLst/>
          </a:prstGeom>
        </p:spPr>
      </p:pic>
      <p:pic>
        <p:nvPicPr>
          <p:cNvPr id="7" name="Close Tip" descr="&lt;svg xmlns=&quot;http://www.w3.org/2000/svg&quot; height=&quot;24px&quot; viewBox=&quot;0 -960 960 960&quot; width=&quot;24px&quot; fill=&quot;#808080&quot;&gt;&lt;path d=&quot;m336-280-56-56 144-144-144-143 56-56 144 144 143-144 56 56-144 143 144 144-56 56-143-144-144 144Z&quot;/&gt;&lt;/svg&gt;">
            <a:extLst>
              <a:ext uri="{FF2B5EF4-FFF2-40B4-BE49-F238E27FC236}">
                <a16:creationId xmlns:a16="http://schemas.microsoft.com/office/drawing/2014/main" id="{327096BA-287D-A84C-964B-D954369802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1797" y="5005465"/>
            <a:ext cx="174676" cy="190500"/>
          </a:xfrm>
          <a:prstGeom prst="rect">
            <a:avLst/>
          </a:prstGeom>
        </p:spPr>
      </p:pic>
      <p:cxnSp>
        <p:nvCxnSpPr>
          <p:cNvPr id="14" name="Tip geometry1">
            <a:extLst>
              <a:ext uri="{FF2B5EF4-FFF2-40B4-BE49-F238E27FC236}">
                <a16:creationId xmlns:a16="http://schemas.microsoft.com/office/drawing/2014/main" id="{3FAE5951-A4E4-714D-6323-1C28D0D8871A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1680257" y="5975858"/>
            <a:ext cx="155406" cy="143911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Tip geometry2">
            <a:extLst>
              <a:ext uri="{FF2B5EF4-FFF2-40B4-BE49-F238E27FC236}">
                <a16:creationId xmlns:a16="http://schemas.microsoft.com/office/drawing/2014/main" id="{2F021C59-E5ED-4840-03AD-E7ECD9577BCD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1835663" y="5977520"/>
            <a:ext cx="171469" cy="142249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9" name="Tip geometry3">
                <a:extLst>
                  <a:ext uri="{FF2B5EF4-FFF2-40B4-BE49-F238E27FC236}">
                    <a16:creationId xmlns:a16="http://schemas.microsoft.com/office/drawing/2014/main" id="{328E60B4-DB31-A951-8ACD-C6D593CB6244}"/>
                  </a:ext>
                </a:extLst>
              </p14:cNvPr>
              <p14:cNvContentPartPr/>
              <p14:nvPr/>
            </p14:nvContentPartPr>
            <p14:xfrm>
              <a:off x="1835663" y="6117109"/>
              <a:ext cx="360" cy="360"/>
            </p14:xfrm>
          </p:contentPart>
        </mc:Choice>
        <mc:Fallback xmlns="">
          <p:pic>
            <p:nvPicPr>
              <p:cNvPr id="19" name="Tip geometry3">
                <a:extLst>
                  <a:ext uri="{FF2B5EF4-FFF2-40B4-BE49-F238E27FC236}">
                    <a16:creationId xmlns:a16="http://schemas.microsoft.com/office/drawing/2014/main" id="{328E60B4-DB31-A951-8ACD-C6D593CB624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29543" y="6110989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Play button">
            <a:extLst>
              <a:ext uri="{FF2B5EF4-FFF2-40B4-BE49-F238E27FC236}">
                <a16:creationId xmlns:a16="http://schemas.microsoft.com/office/drawing/2014/main" id="{12411E47-25F8-3807-0158-E84E1A4A93E1}"/>
              </a:ext>
            </a:extLst>
          </p:cNvPr>
          <p:cNvGrpSpPr/>
          <p:nvPr/>
        </p:nvGrpSpPr>
        <p:grpSpPr>
          <a:xfrm>
            <a:off x="4357141" y="2908824"/>
            <a:ext cx="3477718" cy="1439056"/>
            <a:chOff x="3949908" y="3139241"/>
            <a:chExt cx="3477718" cy="1439056"/>
          </a:xfrm>
        </p:grpSpPr>
        <p:sp>
          <p:nvSpPr>
            <p:cNvPr id="12" name="Play button text and rectangle">
              <a:hlinkClick r:id="rId8" action="ppaction://hlinksldjump"/>
              <a:extLst>
                <a:ext uri="{FF2B5EF4-FFF2-40B4-BE49-F238E27FC236}">
                  <a16:creationId xmlns:a16="http://schemas.microsoft.com/office/drawing/2014/main" id="{1E408DE1-DF00-D177-48BE-D5B4A98E5A02}"/>
                </a:ext>
              </a:extLst>
            </p:cNvPr>
            <p:cNvSpPr/>
            <p:nvPr/>
          </p:nvSpPr>
          <p:spPr>
            <a:xfrm>
              <a:off x="3949908" y="3139241"/>
              <a:ext cx="3477718" cy="1439056"/>
            </a:xfrm>
            <a:prstGeom prst="roundRect">
              <a:avLst>
                <a:gd name="adj" fmla="val 3125"/>
              </a:avLst>
            </a:prstGeom>
            <a:solidFill>
              <a:srgbClr val="3986D8"/>
            </a:solidFill>
            <a:ln>
              <a:solidFill>
                <a:srgbClr val="3986D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5400" b="1" dirty="0">
                  <a:latin typeface="Roboto" panose="02000000000000000000" pitchFamily="2" charset="0"/>
                  <a:ea typeface="Roboto" panose="02000000000000000000" pitchFamily="2" charset="0"/>
                </a:rPr>
                <a:t> PLAY</a:t>
              </a:r>
              <a:endParaRPr lang="es-EC" sz="5400" b="1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pic>
          <p:nvPicPr>
            <p:cNvPr id="13" name="Play icon" descr="&lt;svg xmlns=&quot;http://www.w3.org/2000/svg&quot; height=&quot;24px&quot; viewBox=&quot;0 -960 960 960&quot; width=&quot;24px&quot; fill=&quot;#FFFFFF&quot;&gt;&lt;path d=&quot;M647-440H160v-80h487L423-744l57-56 320 320-320 320-57-56 224-224Z&quot;/&gt;&lt;/svg&gt;">
              <a:hlinkClick r:id="rId8" action="ppaction://hlinksldjump"/>
              <a:extLst>
                <a:ext uri="{FF2B5EF4-FFF2-40B4-BE49-F238E27FC236}">
                  <a16:creationId xmlns:a16="http://schemas.microsoft.com/office/drawing/2014/main" id="{70700A44-27A1-496F-481E-F0724C64AF5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348334" y="3401569"/>
              <a:ext cx="914400" cy="914400"/>
            </a:xfrm>
            <a:prstGeom prst="rect">
              <a:avLst/>
            </a:prstGeom>
          </p:spPr>
        </p:pic>
      </p:grpSp>
      <p:pic>
        <p:nvPicPr>
          <p:cNvPr id="18" name="Github">
            <a:hlinkClick r:id="rId10"/>
            <a:extLst>
              <a:ext uri="{FF2B5EF4-FFF2-40B4-BE49-F238E27FC236}">
                <a16:creationId xmlns:a16="http://schemas.microsoft.com/office/drawing/2014/main" id="{2D271BD0-8E39-42CD-A41F-9E36873655F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73250" y="6163863"/>
            <a:ext cx="542513" cy="542513"/>
          </a:xfrm>
          <a:prstGeom prst="rect">
            <a:avLst/>
          </a:prstGeom>
        </p:spPr>
      </p:pic>
      <p:sp>
        <p:nvSpPr>
          <p:cNvPr id="20" name="Tooltip replay">
            <a:extLst>
              <a:ext uri="{FF2B5EF4-FFF2-40B4-BE49-F238E27FC236}">
                <a16:creationId xmlns:a16="http://schemas.microsoft.com/office/drawing/2014/main" id="{778C3852-FFAE-42B8-06E2-199C11F926D6}"/>
              </a:ext>
            </a:extLst>
          </p:cNvPr>
          <p:cNvSpPr/>
          <p:nvPr/>
        </p:nvSpPr>
        <p:spPr>
          <a:xfrm>
            <a:off x="421484" y="5897633"/>
            <a:ext cx="476250" cy="147173"/>
          </a:xfrm>
          <a:prstGeom prst="roundRect">
            <a:avLst>
              <a:gd name="adj" fmla="val 1566"/>
            </a:avLst>
          </a:prstGeom>
          <a:solidFill>
            <a:srgbClr val="6F7277"/>
          </a:solidFill>
          <a:ln>
            <a:solidFill>
              <a:srgbClr val="6F72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500" b="1" dirty="0">
                <a:latin typeface="Roboto" panose="02000000000000000000" pitchFamily="2" charset="0"/>
                <a:ea typeface="Roboto" panose="02000000000000000000" pitchFamily="2" charset="0"/>
              </a:rPr>
              <a:t>Replay </a:t>
            </a:r>
            <a:r>
              <a:rPr lang="es-ES" sz="500" b="1" dirty="0" err="1">
                <a:latin typeface="Roboto" panose="02000000000000000000" pitchFamily="2" charset="0"/>
                <a:ea typeface="Roboto" panose="02000000000000000000" pitchFamily="2" charset="0"/>
              </a:rPr>
              <a:t>animation</a:t>
            </a:r>
            <a:endParaRPr lang="es-EC" sz="5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3" name="Tooltip play music">
            <a:extLst>
              <a:ext uri="{FF2B5EF4-FFF2-40B4-BE49-F238E27FC236}">
                <a16:creationId xmlns:a16="http://schemas.microsoft.com/office/drawing/2014/main" id="{4F1C593E-189A-61CC-57A4-A739C383E14B}"/>
              </a:ext>
            </a:extLst>
          </p:cNvPr>
          <p:cNvSpPr/>
          <p:nvPr/>
        </p:nvSpPr>
        <p:spPr>
          <a:xfrm>
            <a:off x="996478" y="5900122"/>
            <a:ext cx="508471" cy="147173"/>
          </a:xfrm>
          <a:prstGeom prst="roundRect">
            <a:avLst>
              <a:gd name="adj" fmla="val 1566"/>
            </a:avLst>
          </a:prstGeom>
          <a:solidFill>
            <a:srgbClr val="6F7277"/>
          </a:solidFill>
          <a:ln>
            <a:solidFill>
              <a:srgbClr val="6F72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500" b="1" dirty="0">
                <a:latin typeface="Roboto" panose="02000000000000000000" pitchFamily="2" charset="0"/>
                <a:ea typeface="Roboto" panose="02000000000000000000" pitchFamily="2" charset="0"/>
              </a:rPr>
              <a:t>Play </a:t>
            </a:r>
            <a:r>
              <a:rPr lang="es-ES" sz="500" b="1" dirty="0" err="1">
                <a:latin typeface="Roboto" panose="02000000000000000000" pitchFamily="2" charset="0"/>
                <a:ea typeface="Roboto" panose="02000000000000000000" pitchFamily="2" charset="0"/>
              </a:rPr>
              <a:t>some</a:t>
            </a:r>
            <a:r>
              <a:rPr lang="es-ES" sz="500" b="1" dirty="0">
                <a:latin typeface="Roboto" panose="02000000000000000000" pitchFamily="2" charset="0"/>
                <a:ea typeface="Roboto" panose="02000000000000000000" pitchFamily="2" charset="0"/>
              </a:rPr>
              <a:t> music</a:t>
            </a:r>
            <a:endParaRPr lang="es-EC" sz="5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5" name="Tooltip info">
            <a:extLst>
              <a:ext uri="{FF2B5EF4-FFF2-40B4-BE49-F238E27FC236}">
                <a16:creationId xmlns:a16="http://schemas.microsoft.com/office/drawing/2014/main" id="{80D83F0E-753A-FE17-B708-940E69FEF8E3}"/>
              </a:ext>
            </a:extLst>
          </p:cNvPr>
          <p:cNvSpPr/>
          <p:nvPr/>
        </p:nvSpPr>
        <p:spPr>
          <a:xfrm>
            <a:off x="1572736" y="5902981"/>
            <a:ext cx="524425" cy="147173"/>
          </a:xfrm>
          <a:prstGeom prst="roundRect">
            <a:avLst>
              <a:gd name="adj" fmla="val 1566"/>
            </a:avLst>
          </a:prstGeom>
          <a:solidFill>
            <a:srgbClr val="6F7277"/>
          </a:solidFill>
          <a:ln>
            <a:solidFill>
              <a:srgbClr val="6F72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500" b="1" dirty="0" err="1">
                <a:latin typeface="Roboto" panose="02000000000000000000" pitchFamily="2" charset="0"/>
                <a:ea typeface="Roboto" panose="02000000000000000000" pitchFamily="2" charset="0"/>
              </a:rPr>
              <a:t>Information</a:t>
            </a:r>
            <a:endParaRPr lang="es-EC" sz="5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27" name="Unchecked checkbox" descr="&lt;svg xmlns=&quot;http://www.w3.org/2000/svg&quot; height=&quot;24px&quot; viewBox=&quot;0 -960 960 960&quot; width=&quot;24px&quot; fill=&quot;#808080&quot;&gt;&lt;path d=&quot;M200-120q-33 0-56.5-23.5T120-200v-560q0-33 23.5-56.5T200-840h560q33 0 56.5 23.5T840-760v560q0 33-23.5 56.5T760-120H200Zm0-80h560v-560H200v560Z&quot;/&gt;&lt;/svg&gt;">
            <a:extLst>
              <a:ext uri="{FF2B5EF4-FFF2-40B4-BE49-F238E27FC236}">
                <a16:creationId xmlns:a16="http://schemas.microsoft.com/office/drawing/2014/main" id="{00150D59-7363-BB17-9CEF-2FC2DF3D318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905714" y="6297259"/>
            <a:ext cx="304800" cy="304800"/>
          </a:xfrm>
          <a:prstGeom prst="rect">
            <a:avLst/>
          </a:prstGeom>
        </p:spPr>
      </p:pic>
      <p:pic>
        <p:nvPicPr>
          <p:cNvPr id="29" name="Checked checkbox" descr="&lt;svg xmlns=&quot;http://www.w3.org/2000/svg&quot; height=&quot;24px&quot; viewBox=&quot;0 -960 960 960&quot; width=&quot;24px&quot; fill=&quot;#808080&quot;&gt;&lt;path d=&quot;m424-312 282-282-56-56-226 226-114-114-56 56 170 170ZM200-120q-33 0-56.5-23.5T120-200v-560q0-33 23.5-56.5T200-840h560q33 0 56.5 23.5T840-760v560q0 33-23.5 56.5T760-120H200Zm0-80h560v-560H200v560Zm0-560v560-560Z&quot;/&gt;&lt;/svg&gt;">
            <a:extLst>
              <a:ext uri="{FF2B5EF4-FFF2-40B4-BE49-F238E27FC236}">
                <a16:creationId xmlns:a16="http://schemas.microsoft.com/office/drawing/2014/main" id="{B039B59E-AD42-58A0-1674-60E80FC73F9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904514" y="6296059"/>
            <a:ext cx="306000" cy="306000"/>
          </a:xfrm>
          <a:prstGeom prst="rect">
            <a:avLst/>
          </a:prstGeom>
        </p:spPr>
      </p:pic>
      <p:pic>
        <p:nvPicPr>
          <p:cNvPr id="32" name="Music off" descr="&lt;svg xmlns=&quot;http://www.w3.org/2000/svg&quot; height=&quot;24px&quot; viewBox=&quot;0 -960 960 960&quot; width=&quot;24px&quot; fill=&quot;#808080&quot;&gt;&lt;path d=&quot;M360-120H200q-33 0-56.5-23.5T120-200v-280q0-75 28.5-140.5t77-114q48.5-48.5 114-77T480-840q75 0 140.5 28.5t114 77q48.5 48.5 77 114T840-480v280q0 33-23.5 56.5T760-120H600v-320h160v-40q0-117-81.5-198.5T480-760q-117 0-198.5 81.5T200-480v40h160v320Zm-80-240h-80v160h80v-160Zm400 0v160h80v-160h-80Zm-400 0h-80 80Zm400 0h80-80Z&quot;/&gt;&lt;/svg&gt;">
            <a:hlinkClick r:id="" action="ppaction://noaction">
              <a:snd r:embed="rId14" name="title_screen.wav"/>
            </a:hlinkClick>
            <a:extLst>
              <a:ext uri="{FF2B5EF4-FFF2-40B4-BE49-F238E27FC236}">
                <a16:creationId xmlns:a16="http://schemas.microsoft.com/office/drawing/2014/main" id="{6EF3A4D8-EF0A-9D26-E63E-34BA16E9FCE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68266" y="6117831"/>
            <a:ext cx="572119" cy="572119"/>
          </a:xfrm>
          <a:prstGeom prst="rect">
            <a:avLst/>
          </a:prstGeom>
        </p:spPr>
      </p:pic>
      <p:pic>
        <p:nvPicPr>
          <p:cNvPr id="38" name="Music on" descr="&lt;svg xmlns=&quot;http://www.w3.org/2000/svg&quot; height=&quot;24px&quot; viewBox=&quot;0 -960 960 960&quot; width=&quot;24px&quot; fill=&quot;#000000&quot;&gt;&lt;path d=&quot;M360-120H200q-33 0-56.5-23.5T120-200v-280q0-75 28.5-140.5t77-114q48.5-48.5 114-77T480-840q75 0 140.5 28.5t114 77q48.5 48.5 77 114T840-480v280q0 33-23.5 56.5T760-120H600v-320h160v-40q0-117-81.5-198.5T480-760q-117 0-198.5 81.5T200-480v40h160v320Zm-80-240h-80v160h80v-160Zm400 0v160h80v-160h-80Zm-400 0h-80 80Zm400 0h80-80Z&quot;/&gt;&lt;/svg&gt;">
            <a:hlinkClick r:id="" action="ppaction://noaction" endSnd="1"/>
            <a:extLst>
              <a:ext uri="{FF2B5EF4-FFF2-40B4-BE49-F238E27FC236}">
                <a16:creationId xmlns:a16="http://schemas.microsoft.com/office/drawing/2014/main" id="{8CF52C1D-CFBD-72F5-84EB-89EE978A01E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65884" y="6115096"/>
            <a:ext cx="572119" cy="572119"/>
          </a:xfrm>
          <a:prstGeom prst="rect">
            <a:avLst/>
          </a:prstGeom>
        </p:spPr>
      </p:pic>
      <p:grpSp>
        <p:nvGrpSpPr>
          <p:cNvPr id="42" name="Grupo 41">
            <a:extLst>
              <a:ext uri="{FF2B5EF4-FFF2-40B4-BE49-F238E27FC236}">
                <a16:creationId xmlns:a16="http://schemas.microsoft.com/office/drawing/2014/main" id="{15EBAFF0-0CDD-0F01-C923-B0D492FF62C6}"/>
              </a:ext>
            </a:extLst>
          </p:cNvPr>
          <p:cNvGrpSpPr/>
          <p:nvPr/>
        </p:nvGrpSpPr>
        <p:grpSpPr>
          <a:xfrm>
            <a:off x="4034597" y="4857003"/>
            <a:ext cx="4233103" cy="1439056"/>
            <a:chOff x="4034597" y="4857003"/>
            <a:chExt cx="4037559" cy="1439056"/>
          </a:xfrm>
        </p:grpSpPr>
        <p:sp>
          <p:nvSpPr>
            <p:cNvPr id="31" name="Play button text and rectangle">
              <a:extLst>
                <a:ext uri="{FF2B5EF4-FFF2-40B4-BE49-F238E27FC236}">
                  <a16:creationId xmlns:a16="http://schemas.microsoft.com/office/drawing/2014/main" id="{EBE36448-A75C-4E55-CB6C-47ABE065697B}"/>
                </a:ext>
              </a:extLst>
            </p:cNvPr>
            <p:cNvSpPr/>
            <p:nvPr/>
          </p:nvSpPr>
          <p:spPr>
            <a:xfrm>
              <a:off x="4034597" y="4857003"/>
              <a:ext cx="4037559" cy="1439056"/>
            </a:xfrm>
            <a:prstGeom prst="roundRect">
              <a:avLst>
                <a:gd name="adj" fmla="val 3125"/>
              </a:avLst>
            </a:prstGeom>
            <a:solidFill>
              <a:srgbClr val="E8F0FE"/>
            </a:solidFill>
            <a:ln>
              <a:solidFill>
                <a:srgbClr val="E8F0F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2"/>
              <a:r>
                <a:rPr lang="es-ES" sz="2400" b="1" dirty="0">
                  <a:solidFill>
                    <a:srgbClr val="303F9F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Do </a:t>
              </a:r>
              <a:r>
                <a:rPr lang="es-ES" sz="2400" b="1" dirty="0" err="1">
                  <a:solidFill>
                    <a:srgbClr val="303F9F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not</a:t>
              </a:r>
              <a:r>
                <a:rPr lang="es-ES" sz="2400" b="1" dirty="0">
                  <a:solidFill>
                    <a:srgbClr val="303F9F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use </a:t>
              </a:r>
              <a:r>
                <a:rPr lang="es-ES" sz="2400" b="1" dirty="0" err="1">
                  <a:solidFill>
                    <a:srgbClr val="303F9F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arrows</a:t>
              </a:r>
              <a:r>
                <a:rPr lang="es-ES" sz="2400" b="1" dirty="0">
                  <a:solidFill>
                    <a:srgbClr val="303F9F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s-ES" sz="2400" b="1" dirty="0" err="1">
                  <a:solidFill>
                    <a:srgbClr val="303F9F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to</a:t>
              </a:r>
              <a:r>
                <a:rPr lang="es-ES" sz="2400" b="1" dirty="0">
                  <a:solidFill>
                    <a:srgbClr val="303F9F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s-ES" sz="2400" b="1" dirty="0" err="1">
                  <a:solidFill>
                    <a:srgbClr val="303F9F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navigate</a:t>
              </a:r>
              <a:r>
                <a:rPr lang="es-ES" sz="2400" b="1" dirty="0">
                  <a:solidFill>
                    <a:srgbClr val="303F9F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, </a:t>
              </a:r>
              <a:r>
                <a:rPr lang="es-ES" sz="2400" b="1" dirty="0" err="1">
                  <a:solidFill>
                    <a:srgbClr val="303F9F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you</a:t>
              </a:r>
              <a:r>
                <a:rPr lang="es-ES" sz="2400" b="1" dirty="0">
                  <a:solidFill>
                    <a:srgbClr val="303F9F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WILL be PUNISHED</a:t>
              </a:r>
              <a:endParaRPr lang="es-EC" sz="2400" b="1" dirty="0">
                <a:solidFill>
                  <a:srgbClr val="303F9F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pic>
          <p:nvPicPr>
            <p:cNvPr id="41" name="Imagen 40" descr="&lt;svg xmlns=&quot;http://www.w3.org/2000/svg&quot; height=&quot;24px&quot; viewBox=&quot;0 -960 960 960&quot; width=&quot;24px&quot; fill=&quot;#303F9F&quot;&gt;&lt;path d=&quot;M440-280h80v-240h-80v240Zm68.5-331.5Q520-623 520-640t-11.5-28.5Q497-680 480-680t-28.5 11.5Q440-657 440-640t11.5 28.5Q463-600 480-600t28.5-11.5ZM480-80q-83 0-156-31.5T197-197q-54-54-85.5-127T80-480q0-83 31.5-156T197-763q54-54 127-85.5T480-880q83 0 156 31.5T763-763q54 54 85.5 127T880-480q0 83-31.5 156T763-197q-54 54-127 85.5T480-80Zm0-80q134 0 227-93t93-227q0-134-93-227t-227-93q-134 0-227 93t-93 227q0 134 93 227t227 93Zm0-320Z&quot;/&gt;&lt;/svg&gt;">
              <a:extLst>
                <a:ext uri="{FF2B5EF4-FFF2-40B4-BE49-F238E27FC236}">
                  <a16:creationId xmlns:a16="http://schemas.microsoft.com/office/drawing/2014/main" id="{690891B4-4D6C-AA6A-FE75-11252257C011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4240899" y="5236230"/>
              <a:ext cx="549392" cy="576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746214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 advClick="0">
        <p15:prstTrans prst="curtains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9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106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11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2" fill="hold">
                      <p:stCondLst>
                        <p:cond delay="0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3" grpId="1" build="p" animBg="1"/>
      <p:bldP spid="20" grpId="0" animBg="1"/>
      <p:bldP spid="20" grpId="1" animBg="1"/>
      <p:bldP spid="20" grpId="2" animBg="1"/>
      <p:bldP spid="23" grpId="0" animBg="1"/>
      <p:bldP spid="23" grpId="1" animBg="1"/>
      <p:bldP spid="23" grpId="2" animBg="1"/>
      <p:bldP spid="25" grpId="0" animBg="1"/>
      <p:bldP spid="25" grpId="1" animBg="1"/>
      <p:bldP spid="25" grpId="2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Desktop background">
            <a:extLst>
              <a:ext uri="{FF2B5EF4-FFF2-40B4-BE49-F238E27FC236}">
                <a16:creationId xmlns:a16="http://schemas.microsoft.com/office/drawing/2014/main" id="{0EB6C401-1055-F2E9-B5EE-69B9A99906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3628"/>
            <a:ext cx="12192000" cy="6850742"/>
          </a:xfrm>
          <a:prstGeom prst="rect">
            <a:avLst/>
          </a:prstGeom>
        </p:spPr>
      </p:pic>
      <p:sp>
        <p:nvSpPr>
          <p:cNvPr id="9" name="Text 1">
            <a:extLst>
              <a:ext uri="{FF2B5EF4-FFF2-40B4-BE49-F238E27FC236}">
                <a16:creationId xmlns:a16="http://schemas.microsoft.com/office/drawing/2014/main" id="{E90F31C5-1F0E-9D7F-9069-4939BF17651B}"/>
              </a:ext>
            </a:extLst>
          </p:cNvPr>
          <p:cNvSpPr/>
          <p:nvPr/>
        </p:nvSpPr>
        <p:spPr>
          <a:xfrm>
            <a:off x="2627085" y="-174171"/>
            <a:ext cx="6937829" cy="1146629"/>
          </a:xfrm>
          <a:prstGeom prst="roundRect">
            <a:avLst/>
          </a:prstGeom>
          <a:solidFill>
            <a:srgbClr val="E8F0FE"/>
          </a:solidFill>
          <a:ln>
            <a:solidFill>
              <a:srgbClr val="E8F0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i="1" dirty="0">
                <a:solidFill>
                  <a:srgbClr val="808080"/>
                </a:solidFill>
              </a:rPr>
              <a:t>You </a:t>
            </a:r>
            <a:r>
              <a:rPr lang="es-EC" i="1" dirty="0" err="1">
                <a:solidFill>
                  <a:srgbClr val="808080"/>
                </a:solidFill>
              </a:rPr>
              <a:t>wake</a:t>
            </a:r>
            <a:r>
              <a:rPr lang="es-EC" i="1" dirty="0">
                <a:solidFill>
                  <a:srgbClr val="808080"/>
                </a:solidFill>
              </a:rPr>
              <a:t> up in </a:t>
            </a:r>
            <a:r>
              <a:rPr lang="es-EC" i="1" dirty="0" err="1">
                <a:solidFill>
                  <a:srgbClr val="808080"/>
                </a:solidFill>
              </a:rPr>
              <a:t>the</a:t>
            </a:r>
            <a:r>
              <a:rPr lang="es-EC" i="1" dirty="0">
                <a:solidFill>
                  <a:srgbClr val="808080"/>
                </a:solidFill>
              </a:rPr>
              <a:t> </a:t>
            </a:r>
            <a:r>
              <a:rPr lang="es-EC" i="1" dirty="0" err="1">
                <a:solidFill>
                  <a:srgbClr val="808080"/>
                </a:solidFill>
              </a:rPr>
              <a:t>morning</a:t>
            </a:r>
            <a:r>
              <a:rPr lang="es-EC" i="1" dirty="0">
                <a:solidFill>
                  <a:srgbClr val="808080"/>
                </a:solidFill>
              </a:rPr>
              <a:t>, </a:t>
            </a:r>
            <a:r>
              <a:rPr lang="es-EC" i="1" dirty="0" err="1">
                <a:solidFill>
                  <a:srgbClr val="808080"/>
                </a:solidFill>
              </a:rPr>
              <a:t>ready</a:t>
            </a:r>
            <a:r>
              <a:rPr lang="es-EC" i="1" dirty="0">
                <a:solidFill>
                  <a:srgbClr val="808080"/>
                </a:solidFill>
              </a:rPr>
              <a:t> </a:t>
            </a:r>
            <a:r>
              <a:rPr lang="es-EC" i="1" dirty="0" err="1">
                <a:solidFill>
                  <a:srgbClr val="808080"/>
                </a:solidFill>
              </a:rPr>
              <a:t>for</a:t>
            </a:r>
            <a:r>
              <a:rPr lang="es-EC" i="1" dirty="0">
                <a:solidFill>
                  <a:srgbClr val="808080"/>
                </a:solidFill>
              </a:rPr>
              <a:t> a new </a:t>
            </a:r>
            <a:r>
              <a:rPr lang="es-EC" i="1" dirty="0" err="1">
                <a:solidFill>
                  <a:srgbClr val="808080"/>
                </a:solidFill>
              </a:rPr>
              <a:t>day</a:t>
            </a:r>
            <a:r>
              <a:rPr lang="es-EC" i="1" dirty="0">
                <a:solidFill>
                  <a:srgbClr val="808080"/>
                </a:solidFill>
              </a:rPr>
              <a:t>.</a:t>
            </a:r>
            <a:endParaRPr lang="es-EC" dirty="0">
              <a:solidFill>
                <a:srgbClr val="808080"/>
              </a:solidFill>
            </a:endParaRP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DBFBD145-FD6F-F498-E139-217FECAD89C1}"/>
              </a:ext>
            </a:extLst>
          </p:cNvPr>
          <p:cNvSpPr/>
          <p:nvPr/>
        </p:nvSpPr>
        <p:spPr>
          <a:xfrm>
            <a:off x="2627084" y="-174172"/>
            <a:ext cx="6937829" cy="1146629"/>
          </a:xfrm>
          <a:prstGeom prst="roundRect">
            <a:avLst/>
          </a:prstGeom>
          <a:solidFill>
            <a:srgbClr val="E8F0FE"/>
          </a:solidFill>
          <a:ln>
            <a:solidFill>
              <a:srgbClr val="E8F0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i="1" dirty="0">
                <a:solidFill>
                  <a:srgbClr val="808080"/>
                </a:solidFill>
              </a:rPr>
              <a:t>You </a:t>
            </a:r>
            <a:r>
              <a:rPr lang="es-EC" i="1" dirty="0" err="1">
                <a:solidFill>
                  <a:srgbClr val="808080"/>
                </a:solidFill>
              </a:rPr>
              <a:t>turn</a:t>
            </a:r>
            <a:r>
              <a:rPr lang="es-EC" i="1" dirty="0">
                <a:solidFill>
                  <a:srgbClr val="808080"/>
                </a:solidFill>
              </a:rPr>
              <a:t> </a:t>
            </a:r>
            <a:r>
              <a:rPr lang="es-EC" i="1" dirty="0" err="1">
                <a:solidFill>
                  <a:srgbClr val="808080"/>
                </a:solidFill>
              </a:rPr>
              <a:t>on</a:t>
            </a:r>
            <a:r>
              <a:rPr lang="es-EC" i="1" dirty="0">
                <a:solidFill>
                  <a:srgbClr val="808080"/>
                </a:solidFill>
              </a:rPr>
              <a:t> </a:t>
            </a:r>
            <a:r>
              <a:rPr lang="es-EC" i="1" dirty="0" err="1">
                <a:solidFill>
                  <a:srgbClr val="808080"/>
                </a:solidFill>
              </a:rPr>
              <a:t>your</a:t>
            </a:r>
            <a:r>
              <a:rPr lang="es-EC" i="1" dirty="0">
                <a:solidFill>
                  <a:srgbClr val="808080"/>
                </a:solidFill>
              </a:rPr>
              <a:t> PC and decide </a:t>
            </a:r>
            <a:r>
              <a:rPr lang="es-EC" i="1" dirty="0" err="1">
                <a:solidFill>
                  <a:srgbClr val="808080"/>
                </a:solidFill>
              </a:rPr>
              <a:t>to</a:t>
            </a:r>
            <a:r>
              <a:rPr lang="es-EC" i="1" dirty="0">
                <a:solidFill>
                  <a:srgbClr val="808080"/>
                </a:solidFill>
              </a:rPr>
              <a:t> </a:t>
            </a:r>
            <a:r>
              <a:rPr lang="es-EC" i="1" dirty="0" err="1">
                <a:solidFill>
                  <a:srgbClr val="808080"/>
                </a:solidFill>
              </a:rPr>
              <a:t>finish</a:t>
            </a:r>
            <a:r>
              <a:rPr lang="es-EC" i="1" dirty="0">
                <a:solidFill>
                  <a:srgbClr val="808080"/>
                </a:solidFill>
              </a:rPr>
              <a:t> </a:t>
            </a:r>
            <a:r>
              <a:rPr lang="es-EC" i="1" dirty="0" err="1">
                <a:solidFill>
                  <a:srgbClr val="808080"/>
                </a:solidFill>
              </a:rPr>
              <a:t>some</a:t>
            </a:r>
            <a:r>
              <a:rPr lang="es-EC" i="1" dirty="0">
                <a:solidFill>
                  <a:srgbClr val="808080"/>
                </a:solidFill>
              </a:rPr>
              <a:t> </a:t>
            </a:r>
            <a:r>
              <a:rPr lang="es-EC" i="1" dirty="0" err="1">
                <a:solidFill>
                  <a:srgbClr val="808080"/>
                </a:solidFill>
              </a:rPr>
              <a:t>homework</a:t>
            </a:r>
            <a:r>
              <a:rPr lang="es-EC" i="1" dirty="0">
                <a:solidFill>
                  <a:srgbClr val="808080"/>
                </a:solidFill>
              </a:rPr>
              <a:t>. </a:t>
            </a:r>
            <a:endParaRPr lang="es-EC" dirty="0">
              <a:solidFill>
                <a:srgbClr val="808080"/>
              </a:solidFill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B3071EE-B768-ECA1-C55F-6F00DAEFAE96}"/>
              </a:ext>
            </a:extLst>
          </p:cNvPr>
          <p:cNvSpPr/>
          <p:nvPr/>
        </p:nvSpPr>
        <p:spPr>
          <a:xfrm>
            <a:off x="2627084" y="-174173"/>
            <a:ext cx="6937829" cy="1146629"/>
          </a:xfrm>
          <a:prstGeom prst="roundRect">
            <a:avLst/>
          </a:prstGeom>
          <a:solidFill>
            <a:srgbClr val="E8F0FE"/>
          </a:solidFill>
          <a:ln>
            <a:solidFill>
              <a:srgbClr val="E8F0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i="1" dirty="0" err="1">
                <a:solidFill>
                  <a:srgbClr val="808080"/>
                </a:solidFill>
              </a:rPr>
              <a:t>Suddenly</a:t>
            </a:r>
            <a:r>
              <a:rPr lang="es-EC" i="1" dirty="0">
                <a:solidFill>
                  <a:srgbClr val="808080"/>
                </a:solidFill>
              </a:rPr>
              <a:t>, </a:t>
            </a:r>
            <a:r>
              <a:rPr lang="es-EC" i="1" dirty="0" err="1">
                <a:solidFill>
                  <a:srgbClr val="808080"/>
                </a:solidFill>
              </a:rPr>
              <a:t>your</a:t>
            </a:r>
            <a:r>
              <a:rPr lang="es-EC" i="1" dirty="0">
                <a:solidFill>
                  <a:srgbClr val="808080"/>
                </a:solidFill>
              </a:rPr>
              <a:t> </a:t>
            </a:r>
            <a:r>
              <a:rPr lang="es-EC" i="1" dirty="0" err="1">
                <a:solidFill>
                  <a:srgbClr val="808080"/>
                </a:solidFill>
              </a:rPr>
              <a:t>friend</a:t>
            </a:r>
            <a:r>
              <a:rPr lang="es-EC" i="1" dirty="0">
                <a:solidFill>
                  <a:srgbClr val="808080"/>
                </a:solidFill>
              </a:rPr>
              <a:t> </a:t>
            </a:r>
            <a:r>
              <a:rPr lang="es-EC" i="1" dirty="0" err="1">
                <a:solidFill>
                  <a:srgbClr val="808080"/>
                </a:solidFill>
              </a:rPr>
              <a:t>sends</a:t>
            </a:r>
            <a:r>
              <a:rPr lang="es-EC" i="1" dirty="0">
                <a:solidFill>
                  <a:srgbClr val="808080"/>
                </a:solidFill>
              </a:rPr>
              <a:t> </a:t>
            </a:r>
            <a:r>
              <a:rPr lang="es-EC" i="1" dirty="0" err="1">
                <a:solidFill>
                  <a:srgbClr val="808080"/>
                </a:solidFill>
              </a:rPr>
              <a:t>you</a:t>
            </a:r>
            <a:r>
              <a:rPr lang="es-EC" i="1" dirty="0">
                <a:solidFill>
                  <a:srgbClr val="808080"/>
                </a:solidFill>
              </a:rPr>
              <a:t> a </a:t>
            </a:r>
            <a:r>
              <a:rPr lang="es-EC" i="1" dirty="0" err="1">
                <a:solidFill>
                  <a:srgbClr val="808080"/>
                </a:solidFill>
              </a:rPr>
              <a:t>message</a:t>
            </a:r>
            <a:endParaRPr lang="es-EC" dirty="0">
              <a:solidFill>
                <a:srgbClr val="808080"/>
              </a:solidFill>
            </a:endParaRPr>
          </a:p>
        </p:txBody>
      </p:sp>
      <p:pic>
        <p:nvPicPr>
          <p:cNvPr id="17" name="Notification">
            <a:extLst>
              <a:ext uri="{FF2B5EF4-FFF2-40B4-BE49-F238E27FC236}">
                <a16:creationId xmlns:a16="http://schemas.microsoft.com/office/drawing/2014/main" id="{9FF80B39-FB59-7705-C9F7-8FEDCF7802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7743" y="5451988"/>
            <a:ext cx="3535714" cy="1313424"/>
          </a:xfrm>
          <a:prstGeom prst="rect">
            <a:avLst/>
          </a:prstGeom>
        </p:spPr>
      </p:pic>
      <p:grpSp>
        <p:nvGrpSpPr>
          <p:cNvPr id="4" name="Splash">
            <a:extLst>
              <a:ext uri="{FF2B5EF4-FFF2-40B4-BE49-F238E27FC236}">
                <a16:creationId xmlns:a16="http://schemas.microsoft.com/office/drawing/2014/main" id="{07D32A0B-43C8-427B-CB22-0A8FA1BB23CE}"/>
              </a:ext>
            </a:extLst>
          </p:cNvPr>
          <p:cNvGrpSpPr/>
          <p:nvPr/>
        </p:nvGrpSpPr>
        <p:grpSpPr>
          <a:xfrm>
            <a:off x="4383525" y="2258836"/>
            <a:ext cx="3419952" cy="2152950"/>
            <a:chOff x="4383525" y="2258836"/>
            <a:chExt cx="3419952" cy="2152950"/>
          </a:xfrm>
        </p:grpSpPr>
        <p:pic>
          <p:nvPicPr>
            <p:cNvPr id="18" name="Imagen 17" descr="Opening PowerPoint files from Teams get stuck loading at 0% : r/Office365">
              <a:extLst>
                <a:ext uri="{FF2B5EF4-FFF2-40B4-BE49-F238E27FC236}">
                  <a16:creationId xmlns:a16="http://schemas.microsoft.com/office/drawing/2014/main" id="{8440560E-551E-359C-9B8B-3E336A28DF6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83525" y="2258836"/>
              <a:ext cx="3419952" cy="2152950"/>
            </a:xfrm>
            <a:prstGeom prst="rect">
              <a:avLst/>
            </a:prstGeom>
          </p:spPr>
        </p:pic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E6B890BF-C7B4-1761-C0D0-5D272503300C}"/>
                </a:ext>
              </a:extLst>
            </p:cNvPr>
            <p:cNvSpPr/>
            <p:nvPr/>
          </p:nvSpPr>
          <p:spPr>
            <a:xfrm>
              <a:off x="4414938" y="4244340"/>
              <a:ext cx="3357125" cy="127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</p:grpSp>
      <p:sp>
        <p:nvSpPr>
          <p:cNvPr id="2" name="Starting">
            <a:extLst>
              <a:ext uri="{FF2B5EF4-FFF2-40B4-BE49-F238E27FC236}">
                <a16:creationId xmlns:a16="http://schemas.microsoft.com/office/drawing/2014/main" id="{ADE2A024-3E29-312B-235A-54B900EF63B9}"/>
              </a:ext>
            </a:extLst>
          </p:cNvPr>
          <p:cNvSpPr/>
          <p:nvPr/>
        </p:nvSpPr>
        <p:spPr>
          <a:xfrm>
            <a:off x="4392000" y="4229410"/>
            <a:ext cx="3308350" cy="127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7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Starting</a:t>
            </a:r>
            <a:endParaRPr lang="es-EC" sz="7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oading init">
            <a:extLst>
              <a:ext uri="{FF2B5EF4-FFF2-40B4-BE49-F238E27FC236}">
                <a16:creationId xmlns:a16="http://schemas.microsoft.com/office/drawing/2014/main" id="{50F60CAB-FBE8-97FD-0C99-32470E2F71E3}"/>
              </a:ext>
            </a:extLst>
          </p:cNvPr>
          <p:cNvSpPr/>
          <p:nvPr/>
        </p:nvSpPr>
        <p:spPr>
          <a:xfrm>
            <a:off x="4391145" y="4229350"/>
            <a:ext cx="3308350" cy="127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7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Opening</a:t>
            </a:r>
            <a:r>
              <a:rPr lang="es-E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presentation_final_final_1_(1)_(2).pptx</a:t>
            </a:r>
            <a:endParaRPr lang="es-EC" sz="7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Loading 0">
            <a:extLst>
              <a:ext uri="{FF2B5EF4-FFF2-40B4-BE49-F238E27FC236}">
                <a16:creationId xmlns:a16="http://schemas.microsoft.com/office/drawing/2014/main" id="{C70121E2-DC5E-488A-36E8-59F384A5F4AD}"/>
              </a:ext>
            </a:extLst>
          </p:cNvPr>
          <p:cNvSpPr/>
          <p:nvPr/>
        </p:nvSpPr>
        <p:spPr>
          <a:xfrm>
            <a:off x="4392000" y="4229410"/>
            <a:ext cx="3308350" cy="127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7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Opening</a:t>
            </a:r>
            <a:r>
              <a:rPr lang="es-E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presentation_final_final_1_(1)_(2).pptx (0%)</a:t>
            </a:r>
            <a:endParaRPr lang="es-EC" sz="7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Loading 10">
            <a:extLst>
              <a:ext uri="{FF2B5EF4-FFF2-40B4-BE49-F238E27FC236}">
                <a16:creationId xmlns:a16="http://schemas.microsoft.com/office/drawing/2014/main" id="{979DC77B-6085-ED66-D70A-1598F2822A26}"/>
              </a:ext>
            </a:extLst>
          </p:cNvPr>
          <p:cNvSpPr/>
          <p:nvPr/>
        </p:nvSpPr>
        <p:spPr>
          <a:xfrm>
            <a:off x="4392000" y="4229410"/>
            <a:ext cx="3308350" cy="127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7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Opening</a:t>
            </a:r>
            <a:r>
              <a:rPr lang="es-E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presentation_final_final_1_(1)_(2).pptx (10%)</a:t>
            </a:r>
            <a:endParaRPr lang="es-EC" sz="7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Loading 27">
            <a:extLst>
              <a:ext uri="{FF2B5EF4-FFF2-40B4-BE49-F238E27FC236}">
                <a16:creationId xmlns:a16="http://schemas.microsoft.com/office/drawing/2014/main" id="{AE08180D-00C9-49ED-B8B2-796CA15E5111}"/>
              </a:ext>
            </a:extLst>
          </p:cNvPr>
          <p:cNvSpPr/>
          <p:nvPr/>
        </p:nvSpPr>
        <p:spPr>
          <a:xfrm>
            <a:off x="4392000" y="4229410"/>
            <a:ext cx="3308350" cy="127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7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Opening</a:t>
            </a:r>
            <a:r>
              <a:rPr lang="es-E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presentation_final_final_1_(1)_(2).pptx (27%)</a:t>
            </a:r>
            <a:endParaRPr lang="es-EC" sz="7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Loading 54">
            <a:extLst>
              <a:ext uri="{FF2B5EF4-FFF2-40B4-BE49-F238E27FC236}">
                <a16:creationId xmlns:a16="http://schemas.microsoft.com/office/drawing/2014/main" id="{D917621B-B5BF-9147-80F5-9DD78638B3D7}"/>
              </a:ext>
            </a:extLst>
          </p:cNvPr>
          <p:cNvSpPr/>
          <p:nvPr/>
        </p:nvSpPr>
        <p:spPr>
          <a:xfrm>
            <a:off x="4392000" y="4229410"/>
            <a:ext cx="3308350" cy="127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7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Opening</a:t>
            </a:r>
            <a:r>
              <a:rPr lang="es-E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presentation_final_final_1_(1)_(2).pptx (54%)</a:t>
            </a:r>
            <a:endParaRPr lang="es-EC" sz="7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Loading 73">
            <a:extLst>
              <a:ext uri="{FF2B5EF4-FFF2-40B4-BE49-F238E27FC236}">
                <a16:creationId xmlns:a16="http://schemas.microsoft.com/office/drawing/2014/main" id="{DAFA7E28-97C9-E8EE-02DD-5DBCAF7599D4}"/>
              </a:ext>
            </a:extLst>
          </p:cNvPr>
          <p:cNvSpPr/>
          <p:nvPr/>
        </p:nvSpPr>
        <p:spPr>
          <a:xfrm>
            <a:off x="4392000" y="4229410"/>
            <a:ext cx="3308350" cy="127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7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Opening</a:t>
            </a:r>
            <a:r>
              <a:rPr lang="es-E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presentation_final_final_1_(1)_(2).pptx (73%)</a:t>
            </a:r>
            <a:endParaRPr lang="es-EC" sz="7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Loading 89">
            <a:extLst>
              <a:ext uri="{FF2B5EF4-FFF2-40B4-BE49-F238E27FC236}">
                <a16:creationId xmlns:a16="http://schemas.microsoft.com/office/drawing/2014/main" id="{99942711-38AB-335A-C899-9E20C61C2385}"/>
              </a:ext>
            </a:extLst>
          </p:cNvPr>
          <p:cNvSpPr/>
          <p:nvPr/>
        </p:nvSpPr>
        <p:spPr>
          <a:xfrm>
            <a:off x="4392000" y="4229410"/>
            <a:ext cx="3308350" cy="127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7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Opening</a:t>
            </a:r>
            <a:r>
              <a:rPr lang="es-E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presentation_final_final_1_(1)_(2).pptx (89%)</a:t>
            </a:r>
            <a:endParaRPr lang="es-EC" sz="7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Loading 97">
            <a:extLst>
              <a:ext uri="{FF2B5EF4-FFF2-40B4-BE49-F238E27FC236}">
                <a16:creationId xmlns:a16="http://schemas.microsoft.com/office/drawing/2014/main" id="{0FDE9D9B-7FA9-5C81-EE9E-018F96354E99}"/>
              </a:ext>
            </a:extLst>
          </p:cNvPr>
          <p:cNvSpPr/>
          <p:nvPr/>
        </p:nvSpPr>
        <p:spPr>
          <a:xfrm>
            <a:off x="4392000" y="4229410"/>
            <a:ext cx="3308350" cy="127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7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Opening</a:t>
            </a:r>
            <a:r>
              <a:rPr lang="es-E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presentation_final_final_1_(1)_(2).pptx (97%)</a:t>
            </a:r>
            <a:endParaRPr lang="es-EC" sz="7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Loading 100">
            <a:extLst>
              <a:ext uri="{FF2B5EF4-FFF2-40B4-BE49-F238E27FC236}">
                <a16:creationId xmlns:a16="http://schemas.microsoft.com/office/drawing/2014/main" id="{F3B2A458-C1E1-B892-D843-CADEE74F278A}"/>
              </a:ext>
            </a:extLst>
          </p:cNvPr>
          <p:cNvSpPr/>
          <p:nvPr/>
        </p:nvSpPr>
        <p:spPr>
          <a:xfrm>
            <a:off x="4392000" y="4229410"/>
            <a:ext cx="3308350" cy="127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7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Opening</a:t>
            </a:r>
            <a:r>
              <a:rPr lang="es-E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presentation_final_final_1_(1)_(2).pptx (100%)</a:t>
            </a:r>
            <a:endParaRPr lang="es-EC" sz="7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Almost done">
            <a:extLst>
              <a:ext uri="{FF2B5EF4-FFF2-40B4-BE49-F238E27FC236}">
                <a16:creationId xmlns:a16="http://schemas.microsoft.com/office/drawing/2014/main" id="{579787D5-6AA2-220F-6643-28AB938E6C65}"/>
              </a:ext>
            </a:extLst>
          </p:cNvPr>
          <p:cNvSpPr/>
          <p:nvPr/>
        </p:nvSpPr>
        <p:spPr>
          <a:xfrm>
            <a:off x="4392000" y="4229410"/>
            <a:ext cx="3308350" cy="127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7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Almost</a:t>
            </a:r>
            <a:r>
              <a:rPr lang="es-E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done</a:t>
            </a:r>
            <a:endParaRPr lang="es-EC" sz="7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7" name="PowerPoint Window">
            <a:extLst>
              <a:ext uri="{FF2B5EF4-FFF2-40B4-BE49-F238E27FC236}">
                <a16:creationId xmlns:a16="http://schemas.microsoft.com/office/drawing/2014/main" id="{F067EBE8-17D8-A626-A720-1929E76ED0EA}"/>
              </a:ext>
            </a:extLst>
          </p:cNvPr>
          <p:cNvGrpSpPr/>
          <p:nvPr/>
        </p:nvGrpSpPr>
        <p:grpSpPr>
          <a:xfrm>
            <a:off x="0" y="0"/>
            <a:ext cx="12192000" cy="6438899"/>
            <a:chOff x="0" y="0"/>
            <a:chExt cx="12192000" cy="6438899"/>
          </a:xfrm>
        </p:grpSpPr>
        <p:pic>
          <p:nvPicPr>
            <p:cNvPr id="23" name="Imagen 22">
              <a:extLst>
                <a:ext uri="{FF2B5EF4-FFF2-40B4-BE49-F238E27FC236}">
                  <a16:creationId xmlns:a16="http://schemas.microsoft.com/office/drawing/2014/main" id="{4376F841-4016-EBA4-2686-B8AA527D69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6012"/>
            <a:stretch>
              <a:fillRect/>
            </a:stretch>
          </p:blipFill>
          <p:spPr>
            <a:xfrm>
              <a:off x="0" y="0"/>
              <a:ext cx="12192000" cy="6438899"/>
            </a:xfrm>
            <a:prstGeom prst="rect">
              <a:avLst/>
            </a:prstGeom>
          </p:spPr>
        </p:pic>
        <p:sp>
          <p:nvSpPr>
            <p:cNvPr id="24" name="Rectángulo 23">
              <a:extLst>
                <a:ext uri="{FF2B5EF4-FFF2-40B4-BE49-F238E27FC236}">
                  <a16:creationId xmlns:a16="http://schemas.microsoft.com/office/drawing/2014/main" id="{6D60DC59-1567-3605-C59F-990201FA3C85}"/>
                </a:ext>
              </a:extLst>
            </p:cNvPr>
            <p:cNvSpPr/>
            <p:nvPr/>
          </p:nvSpPr>
          <p:spPr>
            <a:xfrm>
              <a:off x="101600" y="1683657"/>
              <a:ext cx="1524000" cy="4540931"/>
            </a:xfrm>
            <a:prstGeom prst="rect">
              <a:avLst/>
            </a:prstGeom>
            <a:solidFill>
              <a:srgbClr val="E7ECF0"/>
            </a:solidFill>
            <a:ln>
              <a:solidFill>
                <a:srgbClr val="E7EC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40D3CAFA-2088-8A31-54D2-2C17BB46D60C}"/>
                </a:ext>
              </a:extLst>
            </p:cNvPr>
            <p:cNvSpPr/>
            <p:nvPr/>
          </p:nvSpPr>
          <p:spPr>
            <a:xfrm>
              <a:off x="2188678" y="1683656"/>
              <a:ext cx="8707922" cy="4247243"/>
            </a:xfrm>
            <a:prstGeom prst="rect">
              <a:avLst/>
            </a:prstGeom>
            <a:solidFill>
              <a:srgbClr val="E7ECF0"/>
            </a:solidFill>
            <a:ln>
              <a:solidFill>
                <a:srgbClr val="E7EC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42D8F27D-9CA7-0CD0-EDAB-764C6B076313}"/>
                </a:ext>
              </a:extLst>
            </p:cNvPr>
            <p:cNvSpPr/>
            <p:nvPr/>
          </p:nvSpPr>
          <p:spPr>
            <a:xfrm>
              <a:off x="2930851" y="53889"/>
              <a:ext cx="2492049" cy="403311"/>
            </a:xfrm>
            <a:prstGeom prst="rect">
              <a:avLst/>
            </a:prstGeom>
            <a:solidFill>
              <a:srgbClr val="E7ECF0"/>
            </a:solidFill>
            <a:ln>
              <a:solidFill>
                <a:srgbClr val="E7EC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5C57DB18-A191-75B4-93A6-A2E34E0D8BA1}"/>
                </a:ext>
              </a:extLst>
            </p:cNvPr>
            <p:cNvSpPr/>
            <p:nvPr/>
          </p:nvSpPr>
          <p:spPr>
            <a:xfrm>
              <a:off x="10480542" y="85392"/>
              <a:ext cx="416058" cy="313749"/>
            </a:xfrm>
            <a:prstGeom prst="rect">
              <a:avLst/>
            </a:prstGeom>
            <a:solidFill>
              <a:srgbClr val="E7ECF0"/>
            </a:solidFill>
            <a:ln>
              <a:solidFill>
                <a:srgbClr val="E7EC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pic>
          <p:nvPicPr>
            <p:cNvPr id="36" name="Imagen 35">
              <a:extLst>
                <a:ext uri="{FF2B5EF4-FFF2-40B4-BE49-F238E27FC236}">
                  <a16:creationId xmlns:a16="http://schemas.microsoft.com/office/drawing/2014/main" id="{59ED67D5-855C-A79D-36E2-97D60088A51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569044" y="85392"/>
              <a:ext cx="258612" cy="258612"/>
            </a:xfrm>
            <a:prstGeom prst="rect">
              <a:avLst/>
            </a:prstGeom>
          </p:spPr>
        </p:pic>
      </p:grpSp>
      <p:pic>
        <p:nvPicPr>
          <p:cNvPr id="46" name="Captcha popup">
            <a:extLst>
              <a:ext uri="{FF2B5EF4-FFF2-40B4-BE49-F238E27FC236}">
                <a16:creationId xmlns:a16="http://schemas.microsoft.com/office/drawing/2014/main" id="{BEC25843-1B00-0462-8C94-0F1BA426CA2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1600" y="2185200"/>
            <a:ext cx="4400246" cy="2793103"/>
          </a:xfrm>
          <a:prstGeom prst="rect">
            <a:avLst/>
          </a:prstGeom>
        </p:spPr>
      </p:pic>
      <p:sp>
        <p:nvSpPr>
          <p:cNvPr id="22" name="Text 4">
            <a:extLst>
              <a:ext uri="{FF2B5EF4-FFF2-40B4-BE49-F238E27FC236}">
                <a16:creationId xmlns:a16="http://schemas.microsoft.com/office/drawing/2014/main" id="{56F400EC-DF84-2D3F-4DE8-7BA13F6F1A5B}"/>
              </a:ext>
            </a:extLst>
          </p:cNvPr>
          <p:cNvSpPr/>
          <p:nvPr/>
        </p:nvSpPr>
        <p:spPr>
          <a:xfrm>
            <a:off x="2628000" y="-172800"/>
            <a:ext cx="6937829" cy="1146629"/>
          </a:xfrm>
          <a:prstGeom prst="roundRect">
            <a:avLst/>
          </a:prstGeom>
          <a:solidFill>
            <a:srgbClr val="E8F0FE"/>
          </a:solidFill>
          <a:ln>
            <a:solidFill>
              <a:srgbClr val="E8F0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i="1" dirty="0">
                <a:solidFill>
                  <a:srgbClr val="808080"/>
                </a:solidFill>
              </a:rPr>
              <a:t>A </a:t>
            </a:r>
            <a:r>
              <a:rPr lang="es-EC" i="1" dirty="0" err="1">
                <a:solidFill>
                  <a:srgbClr val="808080"/>
                </a:solidFill>
              </a:rPr>
              <a:t>weird</a:t>
            </a:r>
            <a:r>
              <a:rPr lang="es-EC" i="1" dirty="0">
                <a:solidFill>
                  <a:srgbClr val="808080"/>
                </a:solidFill>
              </a:rPr>
              <a:t> </a:t>
            </a:r>
            <a:r>
              <a:rPr lang="es-EC" i="1" dirty="0" err="1">
                <a:solidFill>
                  <a:srgbClr val="808080"/>
                </a:solidFill>
              </a:rPr>
              <a:t>message</a:t>
            </a:r>
            <a:r>
              <a:rPr lang="es-EC" i="1" dirty="0">
                <a:solidFill>
                  <a:srgbClr val="808080"/>
                </a:solidFill>
              </a:rPr>
              <a:t> box </a:t>
            </a:r>
            <a:r>
              <a:rPr lang="es-EC" i="1" dirty="0" err="1">
                <a:solidFill>
                  <a:srgbClr val="808080"/>
                </a:solidFill>
              </a:rPr>
              <a:t>appears</a:t>
            </a:r>
            <a:r>
              <a:rPr lang="es-EC" i="1" dirty="0">
                <a:solidFill>
                  <a:srgbClr val="808080"/>
                </a:solidFill>
              </a:rPr>
              <a:t>…</a:t>
            </a:r>
            <a:endParaRPr lang="es-EC" dirty="0">
              <a:solidFill>
                <a:srgbClr val="808080"/>
              </a:solidFill>
            </a:endParaRPr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E22FD561-B709-95EA-B2E6-99479F8FF6DD}"/>
              </a:ext>
            </a:extLst>
          </p:cNvPr>
          <p:cNvSpPr/>
          <p:nvPr/>
        </p:nvSpPr>
        <p:spPr>
          <a:xfrm>
            <a:off x="2628000" y="-172800"/>
            <a:ext cx="6937829" cy="1146629"/>
          </a:xfrm>
          <a:prstGeom prst="roundRect">
            <a:avLst/>
          </a:prstGeom>
          <a:solidFill>
            <a:srgbClr val="E8F0FE"/>
          </a:solidFill>
          <a:ln>
            <a:solidFill>
              <a:srgbClr val="E8F0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i="1" dirty="0">
                <a:solidFill>
                  <a:srgbClr val="808080"/>
                </a:solidFill>
              </a:rPr>
              <a:t>You </a:t>
            </a:r>
            <a:r>
              <a:rPr lang="es-EC" i="1" dirty="0" err="1">
                <a:solidFill>
                  <a:srgbClr val="808080"/>
                </a:solidFill>
              </a:rPr>
              <a:t>think</a:t>
            </a:r>
            <a:r>
              <a:rPr lang="es-EC" i="1" dirty="0">
                <a:solidFill>
                  <a:srgbClr val="808080"/>
                </a:solidFill>
              </a:rPr>
              <a:t> </a:t>
            </a:r>
            <a:r>
              <a:rPr lang="es-EC" i="1" dirty="0" err="1">
                <a:solidFill>
                  <a:srgbClr val="808080"/>
                </a:solidFill>
              </a:rPr>
              <a:t>to</a:t>
            </a:r>
            <a:r>
              <a:rPr lang="es-EC" i="1" dirty="0">
                <a:solidFill>
                  <a:srgbClr val="808080"/>
                </a:solidFill>
              </a:rPr>
              <a:t> </a:t>
            </a:r>
            <a:r>
              <a:rPr lang="es-EC" i="1" dirty="0" err="1">
                <a:solidFill>
                  <a:srgbClr val="808080"/>
                </a:solidFill>
              </a:rPr>
              <a:t>yourself</a:t>
            </a:r>
            <a:r>
              <a:rPr lang="es-EC" i="1" dirty="0">
                <a:solidFill>
                  <a:srgbClr val="808080"/>
                </a:solidFill>
              </a:rPr>
              <a:t>: “Huh, </a:t>
            </a:r>
            <a:r>
              <a:rPr lang="es-EC" i="1" dirty="0" err="1">
                <a:solidFill>
                  <a:srgbClr val="808080"/>
                </a:solidFill>
              </a:rPr>
              <a:t>that’s</a:t>
            </a:r>
            <a:r>
              <a:rPr lang="es-EC" i="1" dirty="0">
                <a:solidFill>
                  <a:srgbClr val="808080"/>
                </a:solidFill>
              </a:rPr>
              <a:t> new…”</a:t>
            </a:r>
            <a:endParaRPr lang="es-EC" dirty="0">
              <a:solidFill>
                <a:srgbClr val="808080"/>
              </a:solidFill>
            </a:endParaRPr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6FC7CBC6-2922-668B-0FDB-4741BEA2FEE1}"/>
              </a:ext>
            </a:extLst>
          </p:cNvPr>
          <p:cNvSpPr/>
          <p:nvPr/>
        </p:nvSpPr>
        <p:spPr>
          <a:xfrm>
            <a:off x="2628000" y="-172800"/>
            <a:ext cx="6937829" cy="1146629"/>
          </a:xfrm>
          <a:prstGeom prst="roundRect">
            <a:avLst/>
          </a:prstGeom>
          <a:solidFill>
            <a:srgbClr val="E8F0FE"/>
          </a:solidFill>
          <a:ln>
            <a:solidFill>
              <a:srgbClr val="E8F0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>
                <a:solidFill>
                  <a:srgbClr val="808080"/>
                </a:solidFill>
              </a:rPr>
              <a:t>“…Well, </a:t>
            </a:r>
            <a:r>
              <a:rPr lang="en-US" i="1" dirty="0" err="1">
                <a:solidFill>
                  <a:srgbClr val="808080"/>
                </a:solidFill>
              </a:rPr>
              <a:t>gotta</a:t>
            </a:r>
            <a:r>
              <a:rPr lang="en-US" i="1" dirty="0">
                <a:solidFill>
                  <a:srgbClr val="808080"/>
                </a:solidFill>
              </a:rPr>
              <a:t> keep safe from the clankers somehow…”</a:t>
            </a:r>
            <a:endParaRPr lang="es-EC" dirty="0">
              <a:solidFill>
                <a:srgbClr val="808080"/>
              </a:solidFill>
            </a:endParaRPr>
          </a:p>
        </p:txBody>
      </p:sp>
      <p:sp>
        <p:nvSpPr>
          <p:cNvPr id="29" name="Text 7">
            <a:extLst>
              <a:ext uri="{FF2B5EF4-FFF2-40B4-BE49-F238E27FC236}">
                <a16:creationId xmlns:a16="http://schemas.microsoft.com/office/drawing/2014/main" id="{B06406D3-4AFE-C8A0-E123-89A9F1EF275C}"/>
              </a:ext>
            </a:extLst>
          </p:cNvPr>
          <p:cNvSpPr/>
          <p:nvPr/>
        </p:nvSpPr>
        <p:spPr>
          <a:xfrm>
            <a:off x="2628000" y="-172800"/>
            <a:ext cx="6937829" cy="1146629"/>
          </a:xfrm>
          <a:prstGeom prst="roundRect">
            <a:avLst/>
          </a:prstGeom>
          <a:solidFill>
            <a:srgbClr val="E8F0FE"/>
          </a:solidFill>
          <a:ln>
            <a:solidFill>
              <a:srgbClr val="E8F0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>
                <a:solidFill>
                  <a:srgbClr val="808080"/>
                </a:solidFill>
              </a:rPr>
              <a:t>“…Just click the checkbox…”</a:t>
            </a:r>
            <a:endParaRPr lang="es-EC" dirty="0">
              <a:solidFill>
                <a:srgbClr val="808080"/>
              </a:solidFill>
            </a:endParaRPr>
          </a:p>
        </p:txBody>
      </p:sp>
      <p:pic>
        <p:nvPicPr>
          <p:cNvPr id="38" name="reCAPTCHA Spinner">
            <a:extLst>
              <a:ext uri="{FF2B5EF4-FFF2-40B4-BE49-F238E27FC236}">
                <a16:creationId xmlns:a16="http://schemas.microsoft.com/office/drawing/2014/main" id="{F474DD8F-7A02-1C49-0839-F0E3C1C58C9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2" t="18288" r="82813" b="17647"/>
          <a:stretch>
            <a:fillRect/>
          </a:stretch>
        </p:blipFill>
        <p:spPr>
          <a:xfrm>
            <a:off x="5081032" y="3524578"/>
            <a:ext cx="347131" cy="396434"/>
          </a:xfrm>
          <a:prstGeom prst="rect">
            <a:avLst/>
          </a:prstGeom>
        </p:spPr>
      </p:pic>
      <p:pic>
        <p:nvPicPr>
          <p:cNvPr id="15" name="Pointer" descr="Computer Mouse Icon for User Interfaces">
            <a:extLst>
              <a:ext uri="{FF2B5EF4-FFF2-40B4-BE49-F238E27FC236}">
                <a16:creationId xmlns:a16="http://schemas.microsoft.com/office/drawing/2014/main" id="{0DFDA3D2-3CFF-678A-78FA-E6307C98D76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6054549" y="3275805"/>
            <a:ext cx="306388" cy="306388"/>
          </a:xfrm>
          <a:prstGeom prst="rect">
            <a:avLst/>
          </a:prstGeom>
        </p:spPr>
      </p:pic>
      <p:sp>
        <p:nvSpPr>
          <p:cNvPr id="47" name="Text 8">
            <a:extLst>
              <a:ext uri="{FF2B5EF4-FFF2-40B4-BE49-F238E27FC236}">
                <a16:creationId xmlns:a16="http://schemas.microsoft.com/office/drawing/2014/main" id="{A3BD596E-C1C7-6A68-ADCC-59D753CE1671}"/>
              </a:ext>
            </a:extLst>
          </p:cNvPr>
          <p:cNvSpPr/>
          <p:nvPr/>
        </p:nvSpPr>
        <p:spPr>
          <a:xfrm>
            <a:off x="2628000" y="-172800"/>
            <a:ext cx="6937829" cy="1146629"/>
          </a:xfrm>
          <a:prstGeom prst="roundRect">
            <a:avLst/>
          </a:prstGeom>
          <a:solidFill>
            <a:srgbClr val="E8F0FE"/>
          </a:solidFill>
          <a:ln>
            <a:solidFill>
              <a:srgbClr val="E8F0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>
                <a:solidFill>
                  <a:srgbClr val="808080"/>
                </a:solidFill>
              </a:rPr>
              <a:t>“…Huh, why is it not working?!?!?!”</a:t>
            </a:r>
            <a:endParaRPr lang="es-EC" dirty="0">
              <a:solidFill>
                <a:srgbClr val="808080"/>
              </a:solidFill>
            </a:endParaRPr>
          </a:p>
        </p:txBody>
      </p:sp>
      <p:grpSp>
        <p:nvGrpSpPr>
          <p:cNvPr id="52" name="Next Button">
            <a:extLst>
              <a:ext uri="{FF2B5EF4-FFF2-40B4-BE49-F238E27FC236}">
                <a16:creationId xmlns:a16="http://schemas.microsoft.com/office/drawing/2014/main" id="{3B244F70-B9F2-894C-0645-9A2B60FBD533}"/>
              </a:ext>
            </a:extLst>
          </p:cNvPr>
          <p:cNvGrpSpPr/>
          <p:nvPr/>
        </p:nvGrpSpPr>
        <p:grpSpPr>
          <a:xfrm>
            <a:off x="5668743" y="5873050"/>
            <a:ext cx="6937829" cy="1146629"/>
            <a:chOff x="5668743" y="5873050"/>
            <a:chExt cx="6937829" cy="1146629"/>
          </a:xfrm>
        </p:grpSpPr>
        <p:sp>
          <p:nvSpPr>
            <p:cNvPr id="48" name="Next btn text">
              <a:hlinkClick r:id="rId10" action="ppaction://hlinksldjump"/>
              <a:extLst>
                <a:ext uri="{FF2B5EF4-FFF2-40B4-BE49-F238E27FC236}">
                  <a16:creationId xmlns:a16="http://schemas.microsoft.com/office/drawing/2014/main" id="{5C1E3F8C-8F5E-04BE-2466-CC41D0B847CD}"/>
                </a:ext>
              </a:extLst>
            </p:cNvPr>
            <p:cNvSpPr/>
            <p:nvPr/>
          </p:nvSpPr>
          <p:spPr>
            <a:xfrm>
              <a:off x="5668743" y="5873050"/>
              <a:ext cx="6937829" cy="1146629"/>
            </a:xfrm>
            <a:prstGeom prst="roundRect">
              <a:avLst/>
            </a:prstGeom>
            <a:solidFill>
              <a:srgbClr val="E8F0FE"/>
            </a:solidFill>
            <a:ln>
              <a:solidFill>
                <a:srgbClr val="E8F0F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1"/>
              <a:r>
                <a:rPr lang="en-US" sz="2000" b="1" dirty="0">
                  <a:solidFill>
                    <a:srgbClr val="808080"/>
                  </a:solidFill>
                </a:rPr>
                <a:t>This is where our story begins…</a:t>
              </a:r>
              <a:endParaRPr lang="es-EC" sz="2000" b="1" dirty="0">
                <a:solidFill>
                  <a:srgbClr val="808080"/>
                </a:solidFill>
              </a:endParaRPr>
            </a:p>
          </p:txBody>
        </p:sp>
        <p:pic>
          <p:nvPicPr>
            <p:cNvPr id="51" name="Next btn arrow" descr="&lt;svg xmlns=&quot;http://www.w3.org/2000/svg&quot; height=&quot;24px&quot; viewBox=&quot;0 -960 960 960&quot; width=&quot;24px&quot; fill=&quot;#303F9F&quot;&gt;&lt;path d=&quot;M647-440H160v-80h487L423-744l57-56 320 320-320 320-57-56 224-224Z&quot;/&gt;&lt;/svg&gt;">
              <a:hlinkClick r:id="rId10" action="ppaction://hlinksldjump"/>
              <a:extLst>
                <a:ext uri="{FF2B5EF4-FFF2-40B4-BE49-F238E27FC236}">
                  <a16:creationId xmlns:a16="http://schemas.microsoft.com/office/drawing/2014/main" id="{3EA20AB1-BCB9-889A-E8E9-D8B29D34A3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0799008" y="6097933"/>
              <a:ext cx="760067" cy="7600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30736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>
        <p:fade/>
      </p:transition>
    </mc:Choice>
    <mc:Fallback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9000"/>
                            </p:stCondLst>
                            <p:childTnLst>
                              <p:par>
                                <p:cTn id="33" presetID="0" presetClass="path" presetSubtype="0" accel="50000" decel="5000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4.58333E-6 1.48148E-6 L 0.10495 0.42523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47" y="2125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2000"/>
                            </p:stCondLst>
                            <p:childTnLst>
                              <p:par>
                                <p:cTn id="36" presetID="6" presetClass="emph" presetSubtype="0" autoRev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7" dur="250" fill="hold"/>
                                        <p:tgtEl>
                                          <p:spTgt spid="15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2500"/>
                            </p:stCondLst>
                            <p:childTnLst>
                              <p:par>
                                <p:cTn id="39" presetID="2" presetClass="exit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3000"/>
                            </p:stCondLst>
                            <p:childTnLst>
                              <p:par>
                                <p:cTn id="63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3500"/>
                            </p:stCondLst>
                            <p:childTnLst>
                              <p:par>
                                <p:cTn id="66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5000"/>
                            </p:stCondLst>
                            <p:childTnLst>
                              <p:par>
                                <p:cTn id="69" presetID="1" presetClass="entr" presetSubtype="0" fill="hold" grpId="0" nodeType="after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6250"/>
                            </p:stCondLst>
                            <p:childTnLst>
                              <p:par>
                                <p:cTn id="7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7250"/>
                            </p:stCondLst>
                            <p:childTnLst>
                              <p:par>
                                <p:cTn id="75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7500"/>
                            </p:stCondLst>
                            <p:childTnLst>
                              <p:par>
                                <p:cTn id="78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7750"/>
                            </p:stCondLst>
                            <p:childTnLst>
                              <p:par>
                                <p:cTn id="81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8000"/>
                            </p:stCondLst>
                            <p:childTnLst>
                              <p:par>
                                <p:cTn id="84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8250"/>
                            </p:stCondLst>
                            <p:childTnLst>
                              <p:par>
                                <p:cTn id="87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8500"/>
                            </p:stCondLst>
                            <p:childTnLst>
                              <p:par>
                                <p:cTn id="90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8750"/>
                            </p:stCondLst>
                            <p:childTnLst>
                              <p:par>
                                <p:cTn id="93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9000"/>
                            </p:stCondLst>
                            <p:childTnLst>
                              <p:par>
                                <p:cTn id="96" presetID="1" presetClass="entr" presetSubtype="0" fill="hold" grpId="0" nodeType="after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20250"/>
                            </p:stCondLst>
                            <p:childTnLst>
                              <p:par>
                                <p:cTn id="99" presetID="1" presetClass="exit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xit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xit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xit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xit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xit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xit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xit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22250"/>
                            </p:stCondLst>
                            <p:childTnLst>
                              <p:par>
                                <p:cTn id="124" presetID="1" presetClass="entr" presetSubtype="0" fill="hold" nodeType="after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xit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23500"/>
                            </p:stCondLst>
                            <p:childTnLst>
                              <p:par>
                                <p:cTn id="129" presetID="1" presetClass="entr" presetSubtype="0" fill="hold" nodeType="after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25750"/>
                            </p:stCondLst>
                            <p:childTnLst>
                              <p:par>
                                <p:cTn id="132" presetID="2" presetClass="entr" presetSubtype="1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27750"/>
                            </p:stCondLst>
                            <p:childTnLst>
                              <p:par>
                                <p:cTn id="137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30250"/>
                            </p:stCondLst>
                            <p:childTnLst>
                              <p:par>
                                <p:cTn id="144" presetID="10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2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32250"/>
                            </p:stCondLst>
                            <p:childTnLst>
                              <p:par>
                                <p:cTn id="153" presetID="0" presetClass="path" presetSubtype="0" accel="50000" decel="5000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.10313 0.42037 L -0.07044 0.05926 " pathEditMode="relative" rAng="0" ptsTypes="AA">
                                      <p:cBhvr>
                                        <p:cTn id="154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685" y="-180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35750"/>
                            </p:stCondLst>
                            <p:childTnLst>
                              <p:par>
                                <p:cTn id="156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2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36250"/>
                            </p:stCondLst>
                            <p:childTnLst>
                              <p:par>
                                <p:cTn id="163" presetID="6" presetClass="emph" presetSubtype="0" autoRev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4" dur="250" fill="hold"/>
                                        <p:tgtEl>
                                          <p:spTgt spid="15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36750"/>
                            </p:stCondLst>
                            <p:childTnLst>
                              <p:par>
                                <p:cTn id="168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39250"/>
                            </p:stCondLst>
                            <p:childTnLst>
                              <p:par>
                                <p:cTn id="172" presetID="2" presetClass="entr" presetSubtype="4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3" grpId="0" animBg="1"/>
      <p:bldP spid="3" grpId="1" build="allAtOnce" animBg="1"/>
      <p:bldP spid="5" grpId="0" animBg="1"/>
      <p:bldP spid="5" grpId="1" build="allAtOnce" animBg="1"/>
      <p:bldP spid="2" grpId="0" animBg="1"/>
      <p:bldP spid="2" grpId="1" animBg="1"/>
      <p:bldP spid="19" grpId="0" animBg="1"/>
      <p:bldP spid="19" grpId="1" animBg="1"/>
      <p:bldP spid="7" grpId="0" animBg="1"/>
      <p:bldP spid="7" grpId="1" animBg="1"/>
      <p:bldP spid="8" grpId="0" animBg="1"/>
      <p:bldP spid="8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6" grpId="0" animBg="1"/>
      <p:bldP spid="16" grpId="1" animBg="1"/>
      <p:bldP spid="20" grpId="0" animBg="1"/>
      <p:bldP spid="20" grpId="1" animBg="1"/>
      <p:bldP spid="22" grpId="0" animBg="1"/>
      <p:bldP spid="25" grpId="0" uiExpand="1" build="allAtOnce" animBg="1"/>
      <p:bldP spid="27" grpId="0" uiExpand="1" build="allAtOnce" animBg="1"/>
      <p:bldP spid="29" grpId="2" uiExpand="1" build="allAtOnce" animBg="1"/>
      <p:bldP spid="4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eader">
            <a:extLst>
              <a:ext uri="{FF2B5EF4-FFF2-40B4-BE49-F238E27FC236}">
                <a16:creationId xmlns:a16="http://schemas.microsoft.com/office/drawing/2014/main" id="{F18B7E14-E520-4D8F-30F0-FE23EF1B9535}"/>
              </a:ext>
            </a:extLst>
          </p:cNvPr>
          <p:cNvSpPr/>
          <p:nvPr/>
        </p:nvSpPr>
        <p:spPr>
          <a:xfrm>
            <a:off x="3948653" y="282212"/>
            <a:ext cx="4041099" cy="1349115"/>
          </a:xfrm>
          <a:prstGeom prst="rect">
            <a:avLst/>
          </a:prstGeom>
          <a:solidFill>
            <a:srgbClr val="3986D8"/>
          </a:solidFill>
          <a:ln>
            <a:solidFill>
              <a:srgbClr val="398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000"/>
            <a:r>
              <a:rPr lang="es-ES" sz="1600" b="1" dirty="0" err="1">
                <a:latin typeface="Roboto" panose="02000000000000000000" pitchFamily="2" charset="0"/>
                <a:ea typeface="Roboto" panose="02000000000000000000" pitchFamily="2" charset="0"/>
              </a:rPr>
              <a:t>Select</a:t>
            </a:r>
            <a:r>
              <a:rPr lang="es-ES" sz="1600" b="1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ES" sz="1600" b="1" dirty="0" err="1">
                <a:latin typeface="Roboto" panose="02000000000000000000" pitchFamily="2" charset="0"/>
                <a:ea typeface="Roboto" panose="02000000000000000000" pitchFamily="2" charset="0"/>
              </a:rPr>
              <a:t>all</a:t>
            </a:r>
            <a:r>
              <a:rPr lang="es-ES" sz="1600" b="1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ES" sz="1600" b="1" dirty="0" err="1">
                <a:latin typeface="Roboto" panose="02000000000000000000" pitchFamily="2" charset="0"/>
                <a:ea typeface="Roboto" panose="02000000000000000000" pitchFamily="2" charset="0"/>
              </a:rPr>
              <a:t>squares</a:t>
            </a:r>
            <a:r>
              <a:rPr lang="es-ES" sz="1600" b="1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ES" sz="1600" b="1" dirty="0" err="1">
                <a:latin typeface="Roboto" panose="02000000000000000000" pitchFamily="2" charset="0"/>
                <a:ea typeface="Roboto" panose="02000000000000000000" pitchFamily="2" charset="0"/>
              </a:rPr>
              <a:t>with</a:t>
            </a:r>
            <a:endParaRPr lang="es-ES" sz="1600" b="1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180000"/>
            <a:r>
              <a:rPr lang="es-ES" sz="2800" b="1" dirty="0" err="1">
                <a:latin typeface="Roboto" panose="02000000000000000000" pitchFamily="2" charset="0"/>
                <a:ea typeface="Roboto" panose="02000000000000000000" pitchFamily="2" charset="0"/>
              </a:rPr>
              <a:t>traffic</a:t>
            </a:r>
            <a:r>
              <a:rPr lang="es-ES" sz="2800" b="1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ES" sz="2800" b="1" dirty="0" err="1">
                <a:latin typeface="Roboto" panose="02000000000000000000" pitchFamily="2" charset="0"/>
                <a:ea typeface="Roboto" panose="02000000000000000000" pitchFamily="2" charset="0"/>
              </a:rPr>
              <a:t>lights</a:t>
            </a:r>
            <a:endParaRPr lang="es-ES" sz="2800" b="1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180000"/>
            <a:r>
              <a:rPr lang="es-ES" sz="1600" b="1" dirty="0" err="1">
                <a:latin typeface="Roboto" panose="02000000000000000000" pitchFamily="2" charset="0"/>
                <a:ea typeface="Roboto" panose="02000000000000000000" pitchFamily="2" charset="0"/>
              </a:rPr>
              <a:t>If</a:t>
            </a:r>
            <a:r>
              <a:rPr lang="es-ES" sz="1600" b="1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ES" sz="1600" b="1" dirty="0" err="1">
                <a:latin typeface="Roboto" panose="02000000000000000000" pitchFamily="2" charset="0"/>
                <a:ea typeface="Roboto" panose="02000000000000000000" pitchFamily="2" charset="0"/>
              </a:rPr>
              <a:t>there</a:t>
            </a:r>
            <a:r>
              <a:rPr lang="es-ES" sz="1600" b="1" dirty="0">
                <a:latin typeface="Roboto" panose="02000000000000000000" pitchFamily="2" charset="0"/>
                <a:ea typeface="Roboto" panose="02000000000000000000" pitchFamily="2" charset="0"/>
              </a:rPr>
              <a:t> are </a:t>
            </a:r>
            <a:r>
              <a:rPr lang="es-ES" sz="1600" b="1" dirty="0" err="1">
                <a:latin typeface="Roboto" panose="02000000000000000000" pitchFamily="2" charset="0"/>
                <a:ea typeface="Roboto" panose="02000000000000000000" pitchFamily="2" charset="0"/>
              </a:rPr>
              <a:t>none</a:t>
            </a:r>
            <a:r>
              <a:rPr lang="es-ES" sz="1600" b="1" dirty="0"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s-ES" sz="1600" b="1" dirty="0" err="1">
                <a:latin typeface="Roboto" panose="02000000000000000000" pitchFamily="2" charset="0"/>
                <a:ea typeface="Roboto" panose="02000000000000000000" pitchFamily="2" charset="0"/>
              </a:rPr>
              <a:t>click</a:t>
            </a:r>
            <a:r>
              <a:rPr lang="es-ES" sz="1600" b="1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ES" sz="1600" b="1" dirty="0" err="1">
                <a:latin typeface="Roboto" panose="02000000000000000000" pitchFamily="2" charset="0"/>
                <a:ea typeface="Roboto" panose="02000000000000000000" pitchFamily="2" charset="0"/>
              </a:rPr>
              <a:t>skip</a:t>
            </a:r>
            <a:endParaRPr lang="es-EC" sz="16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12" name="ls 1x1">
            <a:extLst>
              <a:ext uri="{FF2B5EF4-FFF2-40B4-BE49-F238E27FC236}">
                <a16:creationId xmlns:a16="http://schemas.microsoft.com/office/drawing/2014/main" id="{9990CF75-B942-DE8E-C3F5-0FF532203EC4}"/>
              </a:ext>
            </a:extLst>
          </p:cNvPr>
          <p:cNvGrpSpPr/>
          <p:nvPr/>
        </p:nvGrpSpPr>
        <p:grpSpPr>
          <a:xfrm>
            <a:off x="3948653" y="1692000"/>
            <a:ext cx="1009108" cy="990000"/>
            <a:chOff x="3948653" y="1692000"/>
            <a:chExt cx="1009108" cy="990000"/>
          </a:xfrm>
        </p:grpSpPr>
        <p:sp>
          <p:nvSpPr>
            <p:cNvPr id="2" name="White bg">
              <a:extLst>
                <a:ext uri="{FF2B5EF4-FFF2-40B4-BE49-F238E27FC236}">
                  <a16:creationId xmlns:a16="http://schemas.microsoft.com/office/drawing/2014/main" id="{16BF8B1A-6EFA-5058-851B-E038CD718692}"/>
                </a:ext>
              </a:extLst>
            </p:cNvPr>
            <p:cNvSpPr/>
            <p:nvPr/>
          </p:nvSpPr>
          <p:spPr>
            <a:xfrm>
              <a:off x="3948653" y="1692000"/>
              <a:ext cx="1009108" cy="990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pic>
          <p:nvPicPr>
            <p:cNvPr id="41" name="Is 1x1">
              <a:extLst>
                <a:ext uri="{FF2B5EF4-FFF2-40B4-BE49-F238E27FC236}">
                  <a16:creationId xmlns:a16="http://schemas.microsoft.com/office/drawing/2014/main" id="{27119687-10FC-958D-F12B-913F240A47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75029" b="75479"/>
            <a:stretch>
              <a:fillRect/>
            </a:stretch>
          </p:blipFill>
          <p:spPr>
            <a:xfrm>
              <a:off x="4067290" y="1807494"/>
              <a:ext cx="771833" cy="756000"/>
            </a:xfrm>
            <a:prstGeom prst="rect">
              <a:avLst/>
            </a:prstGeom>
          </p:spPr>
        </p:pic>
      </p:grpSp>
      <p:grpSp>
        <p:nvGrpSpPr>
          <p:cNvPr id="14" name="Blue check1">
            <a:extLst>
              <a:ext uri="{FF2B5EF4-FFF2-40B4-BE49-F238E27FC236}">
                <a16:creationId xmlns:a16="http://schemas.microsoft.com/office/drawing/2014/main" id="{DFDDDDB0-BC1F-2982-080A-258F43319440}"/>
              </a:ext>
            </a:extLst>
          </p:cNvPr>
          <p:cNvGrpSpPr/>
          <p:nvPr/>
        </p:nvGrpSpPr>
        <p:grpSpPr>
          <a:xfrm>
            <a:off x="3961195" y="1701401"/>
            <a:ext cx="209805" cy="212185"/>
            <a:chOff x="3961195" y="1701401"/>
            <a:chExt cx="209805" cy="212185"/>
          </a:xfrm>
        </p:grpSpPr>
        <p:sp>
          <p:nvSpPr>
            <p:cNvPr id="5" name="Blue circle">
              <a:extLst>
                <a:ext uri="{FF2B5EF4-FFF2-40B4-BE49-F238E27FC236}">
                  <a16:creationId xmlns:a16="http://schemas.microsoft.com/office/drawing/2014/main" id="{E1995108-0D70-E7C7-0E13-1517549080FF}"/>
                </a:ext>
              </a:extLst>
            </p:cNvPr>
            <p:cNvSpPr/>
            <p:nvPr/>
          </p:nvSpPr>
          <p:spPr>
            <a:xfrm>
              <a:off x="3961990" y="1701401"/>
              <a:ext cx="209010" cy="209010"/>
            </a:xfrm>
            <a:prstGeom prst="ellipse">
              <a:avLst/>
            </a:prstGeom>
            <a:solidFill>
              <a:srgbClr val="1A73E8"/>
            </a:solidFill>
            <a:ln>
              <a:solidFill>
                <a:srgbClr val="1A73E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6" name="Checkmark" descr="&lt;svg xmlns=&quot;http://www.w3.org/2000/svg&quot; height=&quot;24px&quot; viewBox=&quot;0 -960 960 960&quot; width=&quot;24px&quot; fill=&quot;#ffffff&quot;&gt;&lt;path d=&quot;M382-240 154-468l57-57 171 171 367-367 57 57-424 424Z&quot;/&gt;&lt;/svg&gt;">
              <a:extLst>
                <a:ext uri="{FF2B5EF4-FFF2-40B4-BE49-F238E27FC236}">
                  <a16:creationId xmlns:a16="http://schemas.microsoft.com/office/drawing/2014/main" id="{3F79CDC0-2223-57D5-B0B6-04977303EE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61195" y="1704576"/>
              <a:ext cx="209010" cy="209010"/>
            </a:xfrm>
            <a:prstGeom prst="rect">
              <a:avLst/>
            </a:prstGeom>
          </p:spPr>
        </p:pic>
      </p:grpSp>
      <p:pic>
        <p:nvPicPr>
          <p:cNvPr id="9" name="I 1x1">
            <a:extLst>
              <a:ext uri="{FF2B5EF4-FFF2-40B4-BE49-F238E27FC236}">
                <a16:creationId xmlns:a16="http://schemas.microsoft.com/office/drawing/2014/main" id="{8815484A-1141-7341-EAB0-D58B8F22B3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5029" b="75479"/>
          <a:stretch>
            <a:fillRect/>
          </a:stretch>
        </p:blipFill>
        <p:spPr>
          <a:xfrm>
            <a:off x="3948653" y="1691289"/>
            <a:ext cx="1009109" cy="988411"/>
          </a:xfrm>
          <a:prstGeom prst="rect">
            <a:avLst/>
          </a:prstGeom>
        </p:spPr>
      </p:pic>
      <p:grpSp>
        <p:nvGrpSpPr>
          <p:cNvPr id="16" name="ls 1x2">
            <a:extLst>
              <a:ext uri="{FF2B5EF4-FFF2-40B4-BE49-F238E27FC236}">
                <a16:creationId xmlns:a16="http://schemas.microsoft.com/office/drawing/2014/main" id="{D3187BA3-07DF-55A5-A020-8EC24C5F22C6}"/>
              </a:ext>
            </a:extLst>
          </p:cNvPr>
          <p:cNvGrpSpPr/>
          <p:nvPr/>
        </p:nvGrpSpPr>
        <p:grpSpPr>
          <a:xfrm>
            <a:off x="4974973" y="1692000"/>
            <a:ext cx="1009108" cy="990000"/>
            <a:chOff x="3948653" y="1692000"/>
            <a:chExt cx="1009108" cy="990000"/>
          </a:xfrm>
        </p:grpSpPr>
        <p:sp>
          <p:nvSpPr>
            <p:cNvPr id="18" name="White bg">
              <a:extLst>
                <a:ext uri="{FF2B5EF4-FFF2-40B4-BE49-F238E27FC236}">
                  <a16:creationId xmlns:a16="http://schemas.microsoft.com/office/drawing/2014/main" id="{BB5C18C6-8046-7690-FFCD-065CC7869093}"/>
                </a:ext>
              </a:extLst>
            </p:cNvPr>
            <p:cNvSpPr/>
            <p:nvPr/>
          </p:nvSpPr>
          <p:spPr>
            <a:xfrm>
              <a:off x="3948653" y="1692000"/>
              <a:ext cx="1009108" cy="990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pic>
          <p:nvPicPr>
            <p:cNvPr id="20" name="Is 1x1">
              <a:extLst>
                <a:ext uri="{FF2B5EF4-FFF2-40B4-BE49-F238E27FC236}">
                  <a16:creationId xmlns:a16="http://schemas.microsoft.com/office/drawing/2014/main" id="{54AA7C30-EEAB-DD18-F8F4-535D1AB6E5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026" b="1026"/>
            <a:stretch/>
          </p:blipFill>
          <p:spPr>
            <a:xfrm>
              <a:off x="4067290" y="1807494"/>
              <a:ext cx="771833" cy="756000"/>
            </a:xfrm>
            <a:prstGeom prst="rect">
              <a:avLst/>
            </a:prstGeom>
          </p:spPr>
        </p:pic>
      </p:grpSp>
      <p:grpSp>
        <p:nvGrpSpPr>
          <p:cNvPr id="22" name="Blue check2">
            <a:extLst>
              <a:ext uri="{FF2B5EF4-FFF2-40B4-BE49-F238E27FC236}">
                <a16:creationId xmlns:a16="http://schemas.microsoft.com/office/drawing/2014/main" id="{DC6CBD38-B8EC-F609-06E5-7C8B6367DC98}"/>
              </a:ext>
            </a:extLst>
          </p:cNvPr>
          <p:cNvGrpSpPr/>
          <p:nvPr/>
        </p:nvGrpSpPr>
        <p:grpSpPr>
          <a:xfrm>
            <a:off x="4987515" y="1701401"/>
            <a:ext cx="209805" cy="212185"/>
            <a:chOff x="3961195" y="1701401"/>
            <a:chExt cx="209805" cy="212185"/>
          </a:xfrm>
        </p:grpSpPr>
        <p:sp>
          <p:nvSpPr>
            <p:cNvPr id="24" name="Blue circle">
              <a:extLst>
                <a:ext uri="{FF2B5EF4-FFF2-40B4-BE49-F238E27FC236}">
                  <a16:creationId xmlns:a16="http://schemas.microsoft.com/office/drawing/2014/main" id="{23A472CD-FB0A-1221-20F4-2368A8F53694}"/>
                </a:ext>
              </a:extLst>
            </p:cNvPr>
            <p:cNvSpPr/>
            <p:nvPr/>
          </p:nvSpPr>
          <p:spPr>
            <a:xfrm>
              <a:off x="3961990" y="1701401"/>
              <a:ext cx="209010" cy="209010"/>
            </a:xfrm>
            <a:prstGeom prst="ellipse">
              <a:avLst/>
            </a:prstGeom>
            <a:solidFill>
              <a:srgbClr val="1A73E8"/>
            </a:solidFill>
            <a:ln>
              <a:solidFill>
                <a:srgbClr val="1A73E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6" name="Checkmark" descr="&lt;svg xmlns=&quot;http://www.w3.org/2000/svg&quot; height=&quot;24px&quot; viewBox=&quot;0 -960 960 960&quot; width=&quot;24px&quot; fill=&quot;#ffffff&quot;&gt;&lt;path d=&quot;M382-240 154-468l57-57 171 171 367-367 57 57-424 424Z&quot;/&gt;&lt;/svg&gt;">
              <a:extLst>
                <a:ext uri="{FF2B5EF4-FFF2-40B4-BE49-F238E27FC236}">
                  <a16:creationId xmlns:a16="http://schemas.microsoft.com/office/drawing/2014/main" id="{EFDFF1BE-B4D8-A301-170C-77CF25138E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61195" y="1704576"/>
              <a:ext cx="209010" cy="209010"/>
            </a:xfrm>
            <a:prstGeom prst="rect">
              <a:avLst/>
            </a:prstGeom>
          </p:spPr>
        </p:pic>
      </p:grpSp>
      <p:pic>
        <p:nvPicPr>
          <p:cNvPr id="11" name="I 1x2">
            <a:extLst>
              <a:ext uri="{FF2B5EF4-FFF2-40B4-BE49-F238E27FC236}">
                <a16:creationId xmlns:a16="http://schemas.microsoft.com/office/drawing/2014/main" id="{A858A211-6292-33C6-1D8F-CB26E53ED2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403" r="50058" b="75478"/>
          <a:stretch>
            <a:fillRect/>
          </a:stretch>
        </p:blipFill>
        <p:spPr>
          <a:xfrm>
            <a:off x="4975226" y="1691289"/>
            <a:ext cx="991646" cy="988411"/>
          </a:xfrm>
          <a:prstGeom prst="rect">
            <a:avLst/>
          </a:prstGeom>
        </p:spPr>
      </p:pic>
      <p:grpSp>
        <p:nvGrpSpPr>
          <p:cNvPr id="36" name="ls 1x3">
            <a:extLst>
              <a:ext uri="{FF2B5EF4-FFF2-40B4-BE49-F238E27FC236}">
                <a16:creationId xmlns:a16="http://schemas.microsoft.com/office/drawing/2014/main" id="{024669AF-A37E-9CB8-5089-6FDFE6199419}"/>
              </a:ext>
            </a:extLst>
          </p:cNvPr>
          <p:cNvGrpSpPr/>
          <p:nvPr/>
        </p:nvGrpSpPr>
        <p:grpSpPr>
          <a:xfrm>
            <a:off x="5980267" y="1689700"/>
            <a:ext cx="1009108" cy="990000"/>
            <a:chOff x="3948653" y="1692000"/>
            <a:chExt cx="1009108" cy="990000"/>
          </a:xfrm>
        </p:grpSpPr>
        <p:sp>
          <p:nvSpPr>
            <p:cNvPr id="38" name="White bg">
              <a:extLst>
                <a:ext uri="{FF2B5EF4-FFF2-40B4-BE49-F238E27FC236}">
                  <a16:creationId xmlns:a16="http://schemas.microsoft.com/office/drawing/2014/main" id="{4D131C1D-65E9-205C-DA42-4E2FEB39BC5D}"/>
                </a:ext>
              </a:extLst>
            </p:cNvPr>
            <p:cNvSpPr/>
            <p:nvPr/>
          </p:nvSpPr>
          <p:spPr>
            <a:xfrm>
              <a:off x="3948653" y="1692000"/>
              <a:ext cx="1009108" cy="990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pic>
          <p:nvPicPr>
            <p:cNvPr id="40" name="Is 1x1">
              <a:extLst>
                <a:ext uri="{FF2B5EF4-FFF2-40B4-BE49-F238E27FC236}">
                  <a16:creationId xmlns:a16="http://schemas.microsoft.com/office/drawing/2014/main" id="{84CE8A15-749C-E788-D6C9-8E19F84B274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5" r="765"/>
            <a:stretch/>
          </p:blipFill>
          <p:spPr>
            <a:xfrm>
              <a:off x="4067290" y="1807494"/>
              <a:ext cx="771833" cy="756000"/>
            </a:xfrm>
            <a:prstGeom prst="rect">
              <a:avLst/>
            </a:prstGeom>
          </p:spPr>
        </p:pic>
      </p:grpSp>
      <p:grpSp>
        <p:nvGrpSpPr>
          <p:cNvPr id="42" name="Blue check3">
            <a:extLst>
              <a:ext uri="{FF2B5EF4-FFF2-40B4-BE49-F238E27FC236}">
                <a16:creationId xmlns:a16="http://schemas.microsoft.com/office/drawing/2014/main" id="{FB62B426-347B-FF8D-C130-6D20239BEAA4}"/>
              </a:ext>
            </a:extLst>
          </p:cNvPr>
          <p:cNvGrpSpPr/>
          <p:nvPr/>
        </p:nvGrpSpPr>
        <p:grpSpPr>
          <a:xfrm>
            <a:off x="5992809" y="1699101"/>
            <a:ext cx="209805" cy="212185"/>
            <a:chOff x="3961195" y="1701401"/>
            <a:chExt cx="209805" cy="212185"/>
          </a:xfrm>
        </p:grpSpPr>
        <p:sp>
          <p:nvSpPr>
            <p:cNvPr id="44" name="Blue circle">
              <a:extLst>
                <a:ext uri="{FF2B5EF4-FFF2-40B4-BE49-F238E27FC236}">
                  <a16:creationId xmlns:a16="http://schemas.microsoft.com/office/drawing/2014/main" id="{9306B27C-4E17-1C55-EA54-3577A17B27E1}"/>
                </a:ext>
              </a:extLst>
            </p:cNvPr>
            <p:cNvSpPr/>
            <p:nvPr/>
          </p:nvSpPr>
          <p:spPr>
            <a:xfrm>
              <a:off x="3961990" y="1701401"/>
              <a:ext cx="209010" cy="209010"/>
            </a:xfrm>
            <a:prstGeom prst="ellipse">
              <a:avLst/>
            </a:prstGeom>
            <a:solidFill>
              <a:srgbClr val="1A73E8"/>
            </a:solidFill>
            <a:ln>
              <a:solidFill>
                <a:srgbClr val="1A73E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46" name="Checkmark" descr="&lt;svg xmlns=&quot;http://www.w3.org/2000/svg&quot; height=&quot;24px&quot; viewBox=&quot;0 -960 960 960&quot; width=&quot;24px&quot; fill=&quot;#ffffff&quot;&gt;&lt;path d=&quot;M382-240 154-468l57-57 171 171 367-367 57 57-424 424Z&quot;/&gt;&lt;/svg&gt;">
              <a:extLst>
                <a:ext uri="{FF2B5EF4-FFF2-40B4-BE49-F238E27FC236}">
                  <a16:creationId xmlns:a16="http://schemas.microsoft.com/office/drawing/2014/main" id="{A7A9BA35-F82A-8545-F7FA-2A2946222B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61195" y="1704576"/>
              <a:ext cx="209010" cy="209010"/>
            </a:xfrm>
            <a:prstGeom prst="rect">
              <a:avLst/>
            </a:prstGeom>
          </p:spPr>
        </p:pic>
      </p:grpSp>
      <p:pic>
        <p:nvPicPr>
          <p:cNvPr id="15" name="I 1x3">
            <a:extLst>
              <a:ext uri="{FF2B5EF4-FFF2-40B4-BE49-F238E27FC236}">
                <a16:creationId xmlns:a16="http://schemas.microsoft.com/office/drawing/2014/main" id="{1E344F9E-C650-09D0-1B13-5B2D99DCB0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943" r="24539" b="75478"/>
          <a:stretch>
            <a:fillRect/>
          </a:stretch>
        </p:blipFill>
        <p:spPr>
          <a:xfrm>
            <a:off x="5966872" y="1691289"/>
            <a:ext cx="1031234" cy="988412"/>
          </a:xfrm>
          <a:prstGeom prst="rect">
            <a:avLst/>
          </a:prstGeom>
        </p:spPr>
      </p:pic>
      <p:grpSp>
        <p:nvGrpSpPr>
          <p:cNvPr id="48" name="ls 1x4">
            <a:extLst>
              <a:ext uri="{FF2B5EF4-FFF2-40B4-BE49-F238E27FC236}">
                <a16:creationId xmlns:a16="http://schemas.microsoft.com/office/drawing/2014/main" id="{7F695876-B30B-3B0C-EA4E-91560FFFFB10}"/>
              </a:ext>
            </a:extLst>
          </p:cNvPr>
          <p:cNvGrpSpPr/>
          <p:nvPr/>
        </p:nvGrpSpPr>
        <p:grpSpPr>
          <a:xfrm>
            <a:off x="6990305" y="1689700"/>
            <a:ext cx="1009108" cy="990000"/>
            <a:chOff x="3948653" y="1692000"/>
            <a:chExt cx="1009108" cy="990000"/>
          </a:xfrm>
        </p:grpSpPr>
        <p:sp>
          <p:nvSpPr>
            <p:cNvPr id="50" name="White bg">
              <a:extLst>
                <a:ext uri="{FF2B5EF4-FFF2-40B4-BE49-F238E27FC236}">
                  <a16:creationId xmlns:a16="http://schemas.microsoft.com/office/drawing/2014/main" id="{9ACB433D-E252-FD96-53B5-7F2102346181}"/>
                </a:ext>
              </a:extLst>
            </p:cNvPr>
            <p:cNvSpPr/>
            <p:nvPr/>
          </p:nvSpPr>
          <p:spPr>
            <a:xfrm>
              <a:off x="3948653" y="1692000"/>
              <a:ext cx="1009108" cy="990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pic>
          <p:nvPicPr>
            <p:cNvPr id="52" name="Is 1x1">
              <a:extLst>
                <a:ext uri="{FF2B5EF4-FFF2-40B4-BE49-F238E27FC236}">
                  <a16:creationId xmlns:a16="http://schemas.microsoft.com/office/drawing/2014/main" id="{65E159A3-A6E5-1338-9E6D-BFAD74B6048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026" b="1026"/>
            <a:stretch/>
          </p:blipFill>
          <p:spPr>
            <a:xfrm>
              <a:off x="4067290" y="1807494"/>
              <a:ext cx="771833" cy="756000"/>
            </a:xfrm>
            <a:prstGeom prst="rect">
              <a:avLst/>
            </a:prstGeom>
          </p:spPr>
        </p:pic>
      </p:grpSp>
      <p:grpSp>
        <p:nvGrpSpPr>
          <p:cNvPr id="54" name="Blue check4">
            <a:extLst>
              <a:ext uri="{FF2B5EF4-FFF2-40B4-BE49-F238E27FC236}">
                <a16:creationId xmlns:a16="http://schemas.microsoft.com/office/drawing/2014/main" id="{DDF09540-EC29-2D84-7CC2-496868E9F8D1}"/>
              </a:ext>
            </a:extLst>
          </p:cNvPr>
          <p:cNvGrpSpPr/>
          <p:nvPr/>
        </p:nvGrpSpPr>
        <p:grpSpPr>
          <a:xfrm>
            <a:off x="7002847" y="1699101"/>
            <a:ext cx="209805" cy="212185"/>
            <a:chOff x="3961195" y="1701401"/>
            <a:chExt cx="209805" cy="212185"/>
          </a:xfrm>
        </p:grpSpPr>
        <p:sp>
          <p:nvSpPr>
            <p:cNvPr id="56" name="Blue circle">
              <a:extLst>
                <a:ext uri="{FF2B5EF4-FFF2-40B4-BE49-F238E27FC236}">
                  <a16:creationId xmlns:a16="http://schemas.microsoft.com/office/drawing/2014/main" id="{799FF4D0-2CB7-3A8F-D0EE-EF0E3106216D}"/>
                </a:ext>
              </a:extLst>
            </p:cNvPr>
            <p:cNvSpPr/>
            <p:nvPr/>
          </p:nvSpPr>
          <p:spPr>
            <a:xfrm>
              <a:off x="3961990" y="1701401"/>
              <a:ext cx="209010" cy="209010"/>
            </a:xfrm>
            <a:prstGeom prst="ellipse">
              <a:avLst/>
            </a:prstGeom>
            <a:solidFill>
              <a:srgbClr val="1A73E8"/>
            </a:solidFill>
            <a:ln>
              <a:solidFill>
                <a:srgbClr val="1A73E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58" name="Checkmark" descr="&lt;svg xmlns=&quot;http://www.w3.org/2000/svg&quot; height=&quot;24px&quot; viewBox=&quot;0 -960 960 960&quot; width=&quot;24px&quot; fill=&quot;#ffffff&quot;&gt;&lt;path d=&quot;M382-240 154-468l57-57 171 171 367-367 57 57-424 424Z&quot;/&gt;&lt;/svg&gt;">
              <a:extLst>
                <a:ext uri="{FF2B5EF4-FFF2-40B4-BE49-F238E27FC236}">
                  <a16:creationId xmlns:a16="http://schemas.microsoft.com/office/drawing/2014/main" id="{34B31625-FAF6-EA79-31DC-BA21ABA688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61195" y="1704576"/>
              <a:ext cx="209010" cy="209010"/>
            </a:xfrm>
            <a:prstGeom prst="rect">
              <a:avLst/>
            </a:prstGeom>
          </p:spPr>
        </p:pic>
      </p:grpSp>
      <p:pic>
        <p:nvPicPr>
          <p:cNvPr id="13" name="I 1x4">
            <a:extLst>
              <a:ext uri="{FF2B5EF4-FFF2-40B4-BE49-F238E27FC236}">
                <a16:creationId xmlns:a16="http://schemas.microsoft.com/office/drawing/2014/main" id="{3F430C6E-76AC-28B6-2A6B-8BAD425943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461" b="75478"/>
          <a:stretch>
            <a:fillRect/>
          </a:stretch>
        </p:blipFill>
        <p:spPr>
          <a:xfrm>
            <a:off x="6998106" y="1691289"/>
            <a:ext cx="991646" cy="988412"/>
          </a:xfrm>
          <a:prstGeom prst="rect">
            <a:avLst/>
          </a:prstGeom>
        </p:spPr>
      </p:pic>
      <p:grpSp>
        <p:nvGrpSpPr>
          <p:cNvPr id="60" name="ls 2x1">
            <a:extLst>
              <a:ext uri="{FF2B5EF4-FFF2-40B4-BE49-F238E27FC236}">
                <a16:creationId xmlns:a16="http://schemas.microsoft.com/office/drawing/2014/main" id="{98FFCC30-F42E-76D5-2A79-2474321AA965}"/>
              </a:ext>
            </a:extLst>
          </p:cNvPr>
          <p:cNvGrpSpPr/>
          <p:nvPr/>
        </p:nvGrpSpPr>
        <p:grpSpPr>
          <a:xfrm>
            <a:off x="3948653" y="2704225"/>
            <a:ext cx="1009108" cy="990000"/>
            <a:chOff x="3948653" y="1692000"/>
            <a:chExt cx="1009108" cy="990000"/>
          </a:xfrm>
        </p:grpSpPr>
        <p:sp>
          <p:nvSpPr>
            <p:cNvPr id="62" name="White bg">
              <a:extLst>
                <a:ext uri="{FF2B5EF4-FFF2-40B4-BE49-F238E27FC236}">
                  <a16:creationId xmlns:a16="http://schemas.microsoft.com/office/drawing/2014/main" id="{4FCF1F19-650F-AC41-384E-E9E3ACE57F35}"/>
                </a:ext>
              </a:extLst>
            </p:cNvPr>
            <p:cNvSpPr/>
            <p:nvPr/>
          </p:nvSpPr>
          <p:spPr>
            <a:xfrm>
              <a:off x="3948653" y="1692000"/>
              <a:ext cx="1009108" cy="990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pic>
          <p:nvPicPr>
            <p:cNvPr id="64" name="Is 1x1">
              <a:extLst>
                <a:ext uri="{FF2B5EF4-FFF2-40B4-BE49-F238E27FC236}">
                  <a16:creationId xmlns:a16="http://schemas.microsoft.com/office/drawing/2014/main" id="{9AAF1CE0-4A39-E1DB-A238-49F8D1CB519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9" b="119"/>
            <a:stretch/>
          </p:blipFill>
          <p:spPr>
            <a:xfrm>
              <a:off x="4067290" y="1807494"/>
              <a:ext cx="771833" cy="756000"/>
            </a:xfrm>
            <a:prstGeom prst="rect">
              <a:avLst/>
            </a:prstGeom>
          </p:spPr>
        </p:pic>
      </p:grpSp>
      <p:grpSp>
        <p:nvGrpSpPr>
          <p:cNvPr id="66" name="Blue check2x1">
            <a:extLst>
              <a:ext uri="{FF2B5EF4-FFF2-40B4-BE49-F238E27FC236}">
                <a16:creationId xmlns:a16="http://schemas.microsoft.com/office/drawing/2014/main" id="{842C409E-1BEF-E8FC-986C-A020DC5BCFCF}"/>
              </a:ext>
            </a:extLst>
          </p:cNvPr>
          <p:cNvGrpSpPr/>
          <p:nvPr/>
        </p:nvGrpSpPr>
        <p:grpSpPr>
          <a:xfrm>
            <a:off x="3961195" y="2713626"/>
            <a:ext cx="209805" cy="212185"/>
            <a:chOff x="3961195" y="1701401"/>
            <a:chExt cx="209805" cy="212185"/>
          </a:xfrm>
        </p:grpSpPr>
        <p:sp>
          <p:nvSpPr>
            <p:cNvPr id="68" name="Blue circle">
              <a:extLst>
                <a:ext uri="{FF2B5EF4-FFF2-40B4-BE49-F238E27FC236}">
                  <a16:creationId xmlns:a16="http://schemas.microsoft.com/office/drawing/2014/main" id="{5774570B-46E7-EB02-8503-1F7CA35C43CB}"/>
                </a:ext>
              </a:extLst>
            </p:cNvPr>
            <p:cNvSpPr/>
            <p:nvPr/>
          </p:nvSpPr>
          <p:spPr>
            <a:xfrm>
              <a:off x="3961990" y="1701401"/>
              <a:ext cx="209010" cy="209010"/>
            </a:xfrm>
            <a:prstGeom prst="ellipse">
              <a:avLst/>
            </a:prstGeom>
            <a:solidFill>
              <a:srgbClr val="1A73E8"/>
            </a:solidFill>
            <a:ln>
              <a:solidFill>
                <a:srgbClr val="1A73E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70" name="Checkmark" descr="&lt;svg xmlns=&quot;http://www.w3.org/2000/svg&quot; height=&quot;24px&quot; viewBox=&quot;0 -960 960 960&quot; width=&quot;24px&quot; fill=&quot;#ffffff&quot;&gt;&lt;path d=&quot;M382-240 154-468l57-57 171 171 367-367 57 57-424 424Z&quot;/&gt;&lt;/svg&gt;">
              <a:extLst>
                <a:ext uri="{FF2B5EF4-FFF2-40B4-BE49-F238E27FC236}">
                  <a16:creationId xmlns:a16="http://schemas.microsoft.com/office/drawing/2014/main" id="{5ECFEFEF-404C-08EF-0271-834E55B0B4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61195" y="1704576"/>
              <a:ext cx="209010" cy="209010"/>
            </a:xfrm>
            <a:prstGeom prst="rect">
              <a:avLst/>
            </a:prstGeom>
          </p:spPr>
        </p:pic>
      </p:grpSp>
      <p:pic>
        <p:nvPicPr>
          <p:cNvPr id="17" name="I 2x1">
            <a:extLst>
              <a:ext uri="{FF2B5EF4-FFF2-40B4-BE49-F238E27FC236}">
                <a16:creationId xmlns:a16="http://schemas.microsoft.com/office/drawing/2014/main" id="{1EE62C59-E42E-B0FC-85C1-A093FB0741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72" r="75029" b="50406"/>
          <a:stretch>
            <a:fillRect/>
          </a:stretch>
        </p:blipFill>
        <p:spPr>
          <a:xfrm>
            <a:off x="3948653" y="2701925"/>
            <a:ext cx="1009109" cy="988411"/>
          </a:xfrm>
          <a:prstGeom prst="rect">
            <a:avLst/>
          </a:prstGeom>
        </p:spPr>
      </p:pic>
      <p:grpSp>
        <p:nvGrpSpPr>
          <p:cNvPr id="72" name="ls 2x2">
            <a:extLst>
              <a:ext uri="{FF2B5EF4-FFF2-40B4-BE49-F238E27FC236}">
                <a16:creationId xmlns:a16="http://schemas.microsoft.com/office/drawing/2014/main" id="{0784B3EC-F938-B30D-06A5-85C4F5FF2828}"/>
              </a:ext>
            </a:extLst>
          </p:cNvPr>
          <p:cNvGrpSpPr/>
          <p:nvPr/>
        </p:nvGrpSpPr>
        <p:grpSpPr>
          <a:xfrm>
            <a:off x="4957760" y="2702281"/>
            <a:ext cx="1009108" cy="990000"/>
            <a:chOff x="3948653" y="1692000"/>
            <a:chExt cx="1009108" cy="990000"/>
          </a:xfrm>
        </p:grpSpPr>
        <p:sp>
          <p:nvSpPr>
            <p:cNvPr id="73" name="White bg">
              <a:extLst>
                <a:ext uri="{FF2B5EF4-FFF2-40B4-BE49-F238E27FC236}">
                  <a16:creationId xmlns:a16="http://schemas.microsoft.com/office/drawing/2014/main" id="{46ECA3B4-8D52-2BC8-1A9A-242C611157C7}"/>
                </a:ext>
              </a:extLst>
            </p:cNvPr>
            <p:cNvSpPr/>
            <p:nvPr/>
          </p:nvSpPr>
          <p:spPr>
            <a:xfrm>
              <a:off x="3948653" y="1692000"/>
              <a:ext cx="1009108" cy="990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pic>
          <p:nvPicPr>
            <p:cNvPr id="74" name="Is 1x1">
              <a:extLst>
                <a:ext uri="{FF2B5EF4-FFF2-40B4-BE49-F238E27FC236}">
                  <a16:creationId xmlns:a16="http://schemas.microsoft.com/office/drawing/2014/main" id="{0893E7AD-CDE8-1BBF-6017-56351158A6F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23" b="723"/>
            <a:stretch/>
          </p:blipFill>
          <p:spPr>
            <a:xfrm>
              <a:off x="4067290" y="1807494"/>
              <a:ext cx="771833" cy="756000"/>
            </a:xfrm>
            <a:prstGeom prst="rect">
              <a:avLst/>
            </a:prstGeom>
          </p:spPr>
        </p:pic>
      </p:grpSp>
      <p:grpSp>
        <p:nvGrpSpPr>
          <p:cNvPr id="75" name="Blue check 2x2">
            <a:extLst>
              <a:ext uri="{FF2B5EF4-FFF2-40B4-BE49-F238E27FC236}">
                <a16:creationId xmlns:a16="http://schemas.microsoft.com/office/drawing/2014/main" id="{99A6B629-ADEF-8917-5039-A7A331009F4B}"/>
              </a:ext>
            </a:extLst>
          </p:cNvPr>
          <p:cNvGrpSpPr/>
          <p:nvPr/>
        </p:nvGrpSpPr>
        <p:grpSpPr>
          <a:xfrm>
            <a:off x="4970302" y="2711682"/>
            <a:ext cx="209805" cy="212185"/>
            <a:chOff x="3961195" y="1701401"/>
            <a:chExt cx="209805" cy="212185"/>
          </a:xfrm>
        </p:grpSpPr>
        <p:sp>
          <p:nvSpPr>
            <p:cNvPr id="76" name="Blue circle">
              <a:extLst>
                <a:ext uri="{FF2B5EF4-FFF2-40B4-BE49-F238E27FC236}">
                  <a16:creationId xmlns:a16="http://schemas.microsoft.com/office/drawing/2014/main" id="{94E4FF73-4C1A-4198-3F9B-FACF03225218}"/>
                </a:ext>
              </a:extLst>
            </p:cNvPr>
            <p:cNvSpPr/>
            <p:nvPr/>
          </p:nvSpPr>
          <p:spPr>
            <a:xfrm>
              <a:off x="3961990" y="1701401"/>
              <a:ext cx="209010" cy="209010"/>
            </a:xfrm>
            <a:prstGeom prst="ellipse">
              <a:avLst/>
            </a:prstGeom>
            <a:solidFill>
              <a:srgbClr val="1A73E8"/>
            </a:solidFill>
            <a:ln>
              <a:solidFill>
                <a:srgbClr val="1A73E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77" name="Checkmark" descr="&lt;svg xmlns=&quot;http://www.w3.org/2000/svg&quot; height=&quot;24px&quot; viewBox=&quot;0 -960 960 960&quot; width=&quot;24px&quot; fill=&quot;#ffffff&quot;&gt;&lt;path d=&quot;M382-240 154-468l57-57 171 171 367-367 57 57-424 424Z&quot;/&gt;&lt;/svg&gt;">
              <a:extLst>
                <a:ext uri="{FF2B5EF4-FFF2-40B4-BE49-F238E27FC236}">
                  <a16:creationId xmlns:a16="http://schemas.microsoft.com/office/drawing/2014/main" id="{BD838EF2-A86A-5492-86FC-BD2B7E2139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61195" y="1704576"/>
              <a:ext cx="209010" cy="209010"/>
            </a:xfrm>
            <a:prstGeom prst="rect">
              <a:avLst/>
            </a:prstGeom>
          </p:spPr>
        </p:pic>
      </p:grpSp>
      <p:pic>
        <p:nvPicPr>
          <p:cNvPr id="19" name="I 2x2">
            <a:extLst>
              <a:ext uri="{FF2B5EF4-FFF2-40B4-BE49-F238E27FC236}">
                <a16:creationId xmlns:a16="http://schemas.microsoft.com/office/drawing/2014/main" id="{93B9CA6A-E4C5-E0B0-F96B-D305ADDA8C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403" t="25073" r="50058" b="50405"/>
          <a:stretch>
            <a:fillRect/>
          </a:stretch>
        </p:blipFill>
        <p:spPr>
          <a:xfrm>
            <a:off x="4975226" y="2701925"/>
            <a:ext cx="991646" cy="988411"/>
          </a:xfrm>
          <a:prstGeom prst="rect">
            <a:avLst/>
          </a:prstGeom>
        </p:spPr>
      </p:pic>
      <p:grpSp>
        <p:nvGrpSpPr>
          <p:cNvPr id="78" name="ls 2x3">
            <a:extLst>
              <a:ext uri="{FF2B5EF4-FFF2-40B4-BE49-F238E27FC236}">
                <a16:creationId xmlns:a16="http://schemas.microsoft.com/office/drawing/2014/main" id="{9891B89C-4350-4BE2-36BD-7ADFADCF2299}"/>
              </a:ext>
            </a:extLst>
          </p:cNvPr>
          <p:cNvGrpSpPr/>
          <p:nvPr/>
        </p:nvGrpSpPr>
        <p:grpSpPr>
          <a:xfrm>
            <a:off x="5980267" y="2706226"/>
            <a:ext cx="1009108" cy="990000"/>
            <a:chOff x="3948653" y="1692000"/>
            <a:chExt cx="1009108" cy="990000"/>
          </a:xfrm>
        </p:grpSpPr>
        <p:sp>
          <p:nvSpPr>
            <p:cNvPr id="79" name="White bg">
              <a:extLst>
                <a:ext uri="{FF2B5EF4-FFF2-40B4-BE49-F238E27FC236}">
                  <a16:creationId xmlns:a16="http://schemas.microsoft.com/office/drawing/2014/main" id="{34DDCD51-151C-E7A5-5B72-E180FA922B73}"/>
                </a:ext>
              </a:extLst>
            </p:cNvPr>
            <p:cNvSpPr/>
            <p:nvPr/>
          </p:nvSpPr>
          <p:spPr>
            <a:xfrm>
              <a:off x="3948653" y="1692000"/>
              <a:ext cx="1009108" cy="990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pic>
          <p:nvPicPr>
            <p:cNvPr id="80" name="Is 1x1">
              <a:extLst>
                <a:ext uri="{FF2B5EF4-FFF2-40B4-BE49-F238E27FC236}">
                  <a16:creationId xmlns:a16="http://schemas.microsoft.com/office/drawing/2014/main" id="{004963BB-56D0-0B1C-2E5E-01026DA9076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9" b="119"/>
            <a:stretch/>
          </p:blipFill>
          <p:spPr>
            <a:xfrm>
              <a:off x="4067290" y="1807494"/>
              <a:ext cx="771833" cy="756000"/>
            </a:xfrm>
            <a:prstGeom prst="rect">
              <a:avLst/>
            </a:prstGeom>
          </p:spPr>
        </p:pic>
      </p:grpSp>
      <p:grpSp>
        <p:nvGrpSpPr>
          <p:cNvPr id="81" name="Blue check 2x3">
            <a:extLst>
              <a:ext uri="{FF2B5EF4-FFF2-40B4-BE49-F238E27FC236}">
                <a16:creationId xmlns:a16="http://schemas.microsoft.com/office/drawing/2014/main" id="{7E319FEF-BA10-321E-62F4-C070D4894B3E}"/>
              </a:ext>
            </a:extLst>
          </p:cNvPr>
          <p:cNvGrpSpPr/>
          <p:nvPr/>
        </p:nvGrpSpPr>
        <p:grpSpPr>
          <a:xfrm>
            <a:off x="5992809" y="2715627"/>
            <a:ext cx="209805" cy="212185"/>
            <a:chOff x="3961195" y="1701401"/>
            <a:chExt cx="209805" cy="212185"/>
          </a:xfrm>
        </p:grpSpPr>
        <p:sp>
          <p:nvSpPr>
            <p:cNvPr id="82" name="Blue circle">
              <a:extLst>
                <a:ext uri="{FF2B5EF4-FFF2-40B4-BE49-F238E27FC236}">
                  <a16:creationId xmlns:a16="http://schemas.microsoft.com/office/drawing/2014/main" id="{09A1632B-2F99-525B-338C-256A49898501}"/>
                </a:ext>
              </a:extLst>
            </p:cNvPr>
            <p:cNvSpPr/>
            <p:nvPr/>
          </p:nvSpPr>
          <p:spPr>
            <a:xfrm>
              <a:off x="3961990" y="1701401"/>
              <a:ext cx="209010" cy="209010"/>
            </a:xfrm>
            <a:prstGeom prst="ellipse">
              <a:avLst/>
            </a:prstGeom>
            <a:solidFill>
              <a:srgbClr val="1A73E8"/>
            </a:solidFill>
            <a:ln>
              <a:solidFill>
                <a:srgbClr val="1A73E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83" name="Checkmark" descr="&lt;svg xmlns=&quot;http://www.w3.org/2000/svg&quot; height=&quot;24px&quot; viewBox=&quot;0 -960 960 960&quot; width=&quot;24px&quot; fill=&quot;#ffffff&quot;&gt;&lt;path d=&quot;M382-240 154-468l57-57 171 171 367-367 57 57-424 424Z&quot;/&gt;&lt;/svg&gt;">
              <a:extLst>
                <a:ext uri="{FF2B5EF4-FFF2-40B4-BE49-F238E27FC236}">
                  <a16:creationId xmlns:a16="http://schemas.microsoft.com/office/drawing/2014/main" id="{0057DC03-34F9-1346-CD8A-4823BBC26F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61195" y="1704576"/>
              <a:ext cx="209010" cy="209010"/>
            </a:xfrm>
            <a:prstGeom prst="rect">
              <a:avLst/>
            </a:prstGeom>
          </p:spPr>
        </p:pic>
      </p:grpSp>
      <p:pic>
        <p:nvPicPr>
          <p:cNvPr id="21" name="I 2x3">
            <a:extLst>
              <a:ext uri="{FF2B5EF4-FFF2-40B4-BE49-F238E27FC236}">
                <a16:creationId xmlns:a16="http://schemas.microsoft.com/office/drawing/2014/main" id="{3C457D63-6858-A14B-BBED-437950D2AC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368" t="25073" r="24655" b="50405"/>
          <a:stretch>
            <a:fillRect/>
          </a:stretch>
        </p:blipFill>
        <p:spPr>
          <a:xfrm>
            <a:off x="5984081" y="2701925"/>
            <a:ext cx="1009363" cy="988411"/>
          </a:xfrm>
          <a:prstGeom prst="rect">
            <a:avLst/>
          </a:prstGeom>
        </p:spPr>
      </p:pic>
      <p:grpSp>
        <p:nvGrpSpPr>
          <p:cNvPr id="84" name="ls 2x4">
            <a:extLst>
              <a:ext uri="{FF2B5EF4-FFF2-40B4-BE49-F238E27FC236}">
                <a16:creationId xmlns:a16="http://schemas.microsoft.com/office/drawing/2014/main" id="{8A3A60B6-CA79-C268-7170-D694AE32010D}"/>
              </a:ext>
            </a:extLst>
          </p:cNvPr>
          <p:cNvGrpSpPr/>
          <p:nvPr/>
        </p:nvGrpSpPr>
        <p:grpSpPr>
          <a:xfrm>
            <a:off x="7004303" y="2705332"/>
            <a:ext cx="1009108" cy="990000"/>
            <a:chOff x="3948653" y="1692000"/>
            <a:chExt cx="1009108" cy="990000"/>
          </a:xfrm>
        </p:grpSpPr>
        <p:sp>
          <p:nvSpPr>
            <p:cNvPr id="85" name="White bg">
              <a:extLst>
                <a:ext uri="{FF2B5EF4-FFF2-40B4-BE49-F238E27FC236}">
                  <a16:creationId xmlns:a16="http://schemas.microsoft.com/office/drawing/2014/main" id="{EFA16341-E6E4-8841-9895-BCF47FD3DB52}"/>
                </a:ext>
              </a:extLst>
            </p:cNvPr>
            <p:cNvSpPr/>
            <p:nvPr/>
          </p:nvSpPr>
          <p:spPr>
            <a:xfrm>
              <a:off x="3948653" y="1692000"/>
              <a:ext cx="1009108" cy="990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pic>
          <p:nvPicPr>
            <p:cNvPr id="86" name="Is 1x1">
              <a:extLst>
                <a:ext uri="{FF2B5EF4-FFF2-40B4-BE49-F238E27FC236}">
                  <a16:creationId xmlns:a16="http://schemas.microsoft.com/office/drawing/2014/main" id="{616939EA-E649-64F8-ABCC-383DB30137B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328" b="1328"/>
            <a:stretch/>
          </p:blipFill>
          <p:spPr>
            <a:xfrm>
              <a:off x="4067290" y="1807494"/>
              <a:ext cx="771833" cy="756000"/>
            </a:xfrm>
            <a:prstGeom prst="rect">
              <a:avLst/>
            </a:prstGeom>
          </p:spPr>
        </p:pic>
      </p:grpSp>
      <p:grpSp>
        <p:nvGrpSpPr>
          <p:cNvPr id="87" name="Blue check 2x4">
            <a:extLst>
              <a:ext uri="{FF2B5EF4-FFF2-40B4-BE49-F238E27FC236}">
                <a16:creationId xmlns:a16="http://schemas.microsoft.com/office/drawing/2014/main" id="{7B86A108-CDEB-DBFE-5F99-F2095D21664B}"/>
              </a:ext>
            </a:extLst>
          </p:cNvPr>
          <p:cNvGrpSpPr/>
          <p:nvPr/>
        </p:nvGrpSpPr>
        <p:grpSpPr>
          <a:xfrm>
            <a:off x="7016845" y="2714733"/>
            <a:ext cx="209805" cy="212185"/>
            <a:chOff x="3961195" y="1701401"/>
            <a:chExt cx="209805" cy="212185"/>
          </a:xfrm>
        </p:grpSpPr>
        <p:sp>
          <p:nvSpPr>
            <p:cNvPr id="88" name="Blue circle">
              <a:extLst>
                <a:ext uri="{FF2B5EF4-FFF2-40B4-BE49-F238E27FC236}">
                  <a16:creationId xmlns:a16="http://schemas.microsoft.com/office/drawing/2014/main" id="{9607983F-6918-6530-A792-E240B8AE8E27}"/>
                </a:ext>
              </a:extLst>
            </p:cNvPr>
            <p:cNvSpPr/>
            <p:nvPr/>
          </p:nvSpPr>
          <p:spPr>
            <a:xfrm>
              <a:off x="3961990" y="1701401"/>
              <a:ext cx="209010" cy="209010"/>
            </a:xfrm>
            <a:prstGeom prst="ellipse">
              <a:avLst/>
            </a:prstGeom>
            <a:solidFill>
              <a:srgbClr val="1A73E8"/>
            </a:solidFill>
            <a:ln>
              <a:solidFill>
                <a:srgbClr val="1A73E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89" name="Checkmark" descr="&lt;svg xmlns=&quot;http://www.w3.org/2000/svg&quot; height=&quot;24px&quot; viewBox=&quot;0 -960 960 960&quot; width=&quot;24px&quot; fill=&quot;#ffffff&quot;&gt;&lt;path d=&quot;M382-240 154-468l57-57 171 171 367-367 57 57-424 424Z&quot;/&gt;&lt;/svg&gt;">
              <a:extLst>
                <a:ext uri="{FF2B5EF4-FFF2-40B4-BE49-F238E27FC236}">
                  <a16:creationId xmlns:a16="http://schemas.microsoft.com/office/drawing/2014/main" id="{ECD84A4E-7BFF-B692-AD02-88666A9D8C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61195" y="1704576"/>
              <a:ext cx="209010" cy="209010"/>
            </a:xfrm>
            <a:prstGeom prst="rect">
              <a:avLst/>
            </a:prstGeom>
          </p:spPr>
        </p:pic>
      </p:grpSp>
      <p:pic>
        <p:nvPicPr>
          <p:cNvPr id="23" name="I 2x4">
            <a:extLst>
              <a:ext uri="{FF2B5EF4-FFF2-40B4-BE49-F238E27FC236}">
                <a16:creationId xmlns:a16="http://schemas.microsoft.com/office/drawing/2014/main" id="{59DA8CFE-1555-7A18-E4C3-4B7CEBD9B4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771" t="25073" b="50405"/>
          <a:stretch>
            <a:fillRect/>
          </a:stretch>
        </p:blipFill>
        <p:spPr>
          <a:xfrm>
            <a:off x="7010653" y="2701925"/>
            <a:ext cx="979099" cy="988411"/>
          </a:xfrm>
          <a:prstGeom prst="rect">
            <a:avLst/>
          </a:prstGeom>
        </p:spPr>
      </p:pic>
      <p:grpSp>
        <p:nvGrpSpPr>
          <p:cNvPr id="90" name="ls 3x1">
            <a:extLst>
              <a:ext uri="{FF2B5EF4-FFF2-40B4-BE49-F238E27FC236}">
                <a16:creationId xmlns:a16="http://schemas.microsoft.com/office/drawing/2014/main" id="{8EEFBA20-24CE-F428-68BF-13115A3C1269}"/>
              </a:ext>
            </a:extLst>
          </p:cNvPr>
          <p:cNvGrpSpPr/>
          <p:nvPr/>
        </p:nvGrpSpPr>
        <p:grpSpPr>
          <a:xfrm>
            <a:off x="3943890" y="3717321"/>
            <a:ext cx="1009108" cy="990000"/>
            <a:chOff x="3948653" y="1692000"/>
            <a:chExt cx="1009108" cy="990000"/>
          </a:xfrm>
        </p:grpSpPr>
        <p:sp>
          <p:nvSpPr>
            <p:cNvPr id="91" name="White bg">
              <a:extLst>
                <a:ext uri="{FF2B5EF4-FFF2-40B4-BE49-F238E27FC236}">
                  <a16:creationId xmlns:a16="http://schemas.microsoft.com/office/drawing/2014/main" id="{6FEEB52F-5E49-7811-A435-F1C741E03D0C}"/>
                </a:ext>
              </a:extLst>
            </p:cNvPr>
            <p:cNvSpPr/>
            <p:nvPr/>
          </p:nvSpPr>
          <p:spPr>
            <a:xfrm>
              <a:off x="3948653" y="1692000"/>
              <a:ext cx="1009108" cy="990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pic>
          <p:nvPicPr>
            <p:cNvPr id="92" name="Is 1x1">
              <a:extLst>
                <a:ext uri="{FF2B5EF4-FFF2-40B4-BE49-F238E27FC236}">
                  <a16:creationId xmlns:a16="http://schemas.microsoft.com/office/drawing/2014/main" id="{AAA0D376-BBDE-BFEA-877E-404E13F75D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9" b="119"/>
            <a:stretch/>
          </p:blipFill>
          <p:spPr>
            <a:xfrm>
              <a:off x="4067290" y="1807494"/>
              <a:ext cx="771833" cy="756000"/>
            </a:xfrm>
            <a:prstGeom prst="rect">
              <a:avLst/>
            </a:prstGeom>
          </p:spPr>
        </p:pic>
      </p:grpSp>
      <p:grpSp>
        <p:nvGrpSpPr>
          <p:cNvPr id="93" name="Blue check 3x1">
            <a:extLst>
              <a:ext uri="{FF2B5EF4-FFF2-40B4-BE49-F238E27FC236}">
                <a16:creationId xmlns:a16="http://schemas.microsoft.com/office/drawing/2014/main" id="{5C1ECE4B-87C7-6C75-8463-E00B560616AA}"/>
              </a:ext>
            </a:extLst>
          </p:cNvPr>
          <p:cNvGrpSpPr/>
          <p:nvPr/>
        </p:nvGrpSpPr>
        <p:grpSpPr>
          <a:xfrm>
            <a:off x="3956432" y="3726722"/>
            <a:ext cx="209805" cy="212185"/>
            <a:chOff x="3961195" y="1701401"/>
            <a:chExt cx="209805" cy="212185"/>
          </a:xfrm>
        </p:grpSpPr>
        <p:sp>
          <p:nvSpPr>
            <p:cNvPr id="94" name="Blue circle">
              <a:extLst>
                <a:ext uri="{FF2B5EF4-FFF2-40B4-BE49-F238E27FC236}">
                  <a16:creationId xmlns:a16="http://schemas.microsoft.com/office/drawing/2014/main" id="{E24E0762-BB7F-1CCF-8CCC-901A0E02DA20}"/>
                </a:ext>
              </a:extLst>
            </p:cNvPr>
            <p:cNvSpPr/>
            <p:nvPr/>
          </p:nvSpPr>
          <p:spPr>
            <a:xfrm>
              <a:off x="3961990" y="1701401"/>
              <a:ext cx="209010" cy="209010"/>
            </a:xfrm>
            <a:prstGeom prst="ellipse">
              <a:avLst/>
            </a:prstGeom>
            <a:solidFill>
              <a:srgbClr val="1A73E8"/>
            </a:solidFill>
            <a:ln>
              <a:solidFill>
                <a:srgbClr val="1A73E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95" name="Checkmark" descr="&lt;svg xmlns=&quot;http://www.w3.org/2000/svg&quot; height=&quot;24px&quot; viewBox=&quot;0 -960 960 960&quot; width=&quot;24px&quot; fill=&quot;#ffffff&quot;&gt;&lt;path d=&quot;M382-240 154-468l57-57 171 171 367-367 57 57-424 424Z&quot;/&gt;&lt;/svg&gt;">
              <a:extLst>
                <a:ext uri="{FF2B5EF4-FFF2-40B4-BE49-F238E27FC236}">
                  <a16:creationId xmlns:a16="http://schemas.microsoft.com/office/drawing/2014/main" id="{21C2E79B-5701-0124-4466-514B2A0D1E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61195" y="1704576"/>
              <a:ext cx="209010" cy="209010"/>
            </a:xfrm>
            <a:prstGeom prst="rect">
              <a:avLst/>
            </a:prstGeom>
          </p:spPr>
        </p:pic>
      </p:grpSp>
      <p:pic>
        <p:nvPicPr>
          <p:cNvPr id="25" name="I 3x1">
            <a:extLst>
              <a:ext uri="{FF2B5EF4-FFF2-40B4-BE49-F238E27FC236}">
                <a16:creationId xmlns:a16="http://schemas.microsoft.com/office/drawing/2014/main" id="{DD5B839D-7800-D811-DB4F-573E14642F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146" r="75029" b="25332"/>
          <a:stretch>
            <a:fillRect/>
          </a:stretch>
        </p:blipFill>
        <p:spPr>
          <a:xfrm>
            <a:off x="3948654" y="3712561"/>
            <a:ext cx="1009108" cy="988412"/>
          </a:xfrm>
          <a:prstGeom prst="rect">
            <a:avLst/>
          </a:prstGeom>
        </p:spPr>
      </p:pic>
      <p:grpSp>
        <p:nvGrpSpPr>
          <p:cNvPr id="96" name="ls 3x2">
            <a:extLst>
              <a:ext uri="{FF2B5EF4-FFF2-40B4-BE49-F238E27FC236}">
                <a16:creationId xmlns:a16="http://schemas.microsoft.com/office/drawing/2014/main" id="{8AC98E7B-CB05-9472-C499-92115D9214AC}"/>
              </a:ext>
            </a:extLst>
          </p:cNvPr>
          <p:cNvGrpSpPr/>
          <p:nvPr/>
        </p:nvGrpSpPr>
        <p:grpSpPr>
          <a:xfrm>
            <a:off x="4966368" y="3712203"/>
            <a:ext cx="1009108" cy="990000"/>
            <a:chOff x="3948653" y="1692000"/>
            <a:chExt cx="1009108" cy="990000"/>
          </a:xfrm>
        </p:grpSpPr>
        <p:sp>
          <p:nvSpPr>
            <p:cNvPr id="97" name="White bg">
              <a:extLst>
                <a:ext uri="{FF2B5EF4-FFF2-40B4-BE49-F238E27FC236}">
                  <a16:creationId xmlns:a16="http://schemas.microsoft.com/office/drawing/2014/main" id="{36588784-2DAA-06A6-CA41-6963D4B1A4E3}"/>
                </a:ext>
              </a:extLst>
            </p:cNvPr>
            <p:cNvSpPr/>
            <p:nvPr/>
          </p:nvSpPr>
          <p:spPr>
            <a:xfrm>
              <a:off x="3948653" y="1692000"/>
              <a:ext cx="1009108" cy="990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pic>
          <p:nvPicPr>
            <p:cNvPr id="98" name="Is 1x1">
              <a:extLst>
                <a:ext uri="{FF2B5EF4-FFF2-40B4-BE49-F238E27FC236}">
                  <a16:creationId xmlns:a16="http://schemas.microsoft.com/office/drawing/2014/main" id="{68E9E2A0-38FD-811D-2C96-55C5C1240D4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23" b="723"/>
            <a:stretch/>
          </p:blipFill>
          <p:spPr>
            <a:xfrm>
              <a:off x="4067290" y="1807494"/>
              <a:ext cx="771833" cy="756000"/>
            </a:xfrm>
            <a:prstGeom prst="rect">
              <a:avLst/>
            </a:prstGeom>
          </p:spPr>
        </p:pic>
      </p:grpSp>
      <p:grpSp>
        <p:nvGrpSpPr>
          <p:cNvPr id="99" name="Blue check 3x2">
            <a:extLst>
              <a:ext uri="{FF2B5EF4-FFF2-40B4-BE49-F238E27FC236}">
                <a16:creationId xmlns:a16="http://schemas.microsoft.com/office/drawing/2014/main" id="{D74E4E3C-EAE2-B7E4-B4E2-A37826084F7F}"/>
              </a:ext>
            </a:extLst>
          </p:cNvPr>
          <p:cNvGrpSpPr/>
          <p:nvPr/>
        </p:nvGrpSpPr>
        <p:grpSpPr>
          <a:xfrm>
            <a:off x="4978910" y="3721604"/>
            <a:ext cx="209805" cy="212185"/>
            <a:chOff x="3961195" y="1701401"/>
            <a:chExt cx="209805" cy="212185"/>
          </a:xfrm>
        </p:grpSpPr>
        <p:sp>
          <p:nvSpPr>
            <p:cNvPr id="100" name="Blue circle">
              <a:extLst>
                <a:ext uri="{FF2B5EF4-FFF2-40B4-BE49-F238E27FC236}">
                  <a16:creationId xmlns:a16="http://schemas.microsoft.com/office/drawing/2014/main" id="{5243FB66-16A6-94CF-792B-6DA65AFE402E}"/>
                </a:ext>
              </a:extLst>
            </p:cNvPr>
            <p:cNvSpPr/>
            <p:nvPr/>
          </p:nvSpPr>
          <p:spPr>
            <a:xfrm>
              <a:off x="3961990" y="1701401"/>
              <a:ext cx="209010" cy="209010"/>
            </a:xfrm>
            <a:prstGeom prst="ellipse">
              <a:avLst/>
            </a:prstGeom>
            <a:solidFill>
              <a:srgbClr val="1A73E8"/>
            </a:solidFill>
            <a:ln>
              <a:solidFill>
                <a:srgbClr val="1A73E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01" name="Checkmark" descr="&lt;svg xmlns=&quot;http://www.w3.org/2000/svg&quot; height=&quot;24px&quot; viewBox=&quot;0 -960 960 960&quot; width=&quot;24px&quot; fill=&quot;#ffffff&quot;&gt;&lt;path d=&quot;M382-240 154-468l57-57 171 171 367-367 57 57-424 424Z&quot;/&gt;&lt;/svg&gt;">
              <a:extLst>
                <a:ext uri="{FF2B5EF4-FFF2-40B4-BE49-F238E27FC236}">
                  <a16:creationId xmlns:a16="http://schemas.microsoft.com/office/drawing/2014/main" id="{8F2027E0-056C-A61A-EBCD-35934FDFE9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61195" y="1704576"/>
              <a:ext cx="209010" cy="209010"/>
            </a:xfrm>
            <a:prstGeom prst="rect">
              <a:avLst/>
            </a:prstGeom>
          </p:spPr>
        </p:pic>
      </p:grpSp>
      <p:pic>
        <p:nvPicPr>
          <p:cNvPr id="27" name="I 3x2">
            <a:extLst>
              <a:ext uri="{FF2B5EF4-FFF2-40B4-BE49-F238E27FC236}">
                <a16:creationId xmlns:a16="http://schemas.microsoft.com/office/drawing/2014/main" id="{D47704B2-AF5A-DBEE-90CE-7877FE2509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403" t="50146" r="50058" b="25332"/>
          <a:stretch>
            <a:fillRect/>
          </a:stretch>
        </p:blipFill>
        <p:spPr>
          <a:xfrm>
            <a:off x="4975226" y="3712561"/>
            <a:ext cx="991646" cy="988412"/>
          </a:xfrm>
          <a:prstGeom prst="rect">
            <a:avLst/>
          </a:prstGeom>
        </p:spPr>
      </p:pic>
      <p:grpSp>
        <p:nvGrpSpPr>
          <p:cNvPr id="102" name="ls 3x3">
            <a:extLst>
              <a:ext uri="{FF2B5EF4-FFF2-40B4-BE49-F238E27FC236}">
                <a16:creationId xmlns:a16="http://schemas.microsoft.com/office/drawing/2014/main" id="{C14FA76A-FF86-7EA9-CEAF-D6F50D5D8C27}"/>
              </a:ext>
            </a:extLst>
          </p:cNvPr>
          <p:cNvGrpSpPr/>
          <p:nvPr/>
        </p:nvGrpSpPr>
        <p:grpSpPr>
          <a:xfrm>
            <a:off x="5982495" y="3717696"/>
            <a:ext cx="1009108" cy="990000"/>
            <a:chOff x="3948653" y="1692000"/>
            <a:chExt cx="1009108" cy="990000"/>
          </a:xfrm>
        </p:grpSpPr>
        <p:sp>
          <p:nvSpPr>
            <p:cNvPr id="103" name="White bg">
              <a:extLst>
                <a:ext uri="{FF2B5EF4-FFF2-40B4-BE49-F238E27FC236}">
                  <a16:creationId xmlns:a16="http://schemas.microsoft.com/office/drawing/2014/main" id="{28CBC996-3E66-90D4-E4E0-0FF32681FBB4}"/>
                </a:ext>
              </a:extLst>
            </p:cNvPr>
            <p:cNvSpPr/>
            <p:nvPr/>
          </p:nvSpPr>
          <p:spPr>
            <a:xfrm>
              <a:off x="3948653" y="1692000"/>
              <a:ext cx="1009108" cy="990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pic>
          <p:nvPicPr>
            <p:cNvPr id="104" name="Is 1x1">
              <a:extLst>
                <a:ext uri="{FF2B5EF4-FFF2-40B4-BE49-F238E27FC236}">
                  <a16:creationId xmlns:a16="http://schemas.microsoft.com/office/drawing/2014/main" id="{DC05AEA3-8BDB-4EA4-78B5-12350E288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9" b="119"/>
            <a:stretch/>
          </p:blipFill>
          <p:spPr>
            <a:xfrm>
              <a:off x="4067290" y="1807494"/>
              <a:ext cx="771833" cy="756000"/>
            </a:xfrm>
            <a:prstGeom prst="rect">
              <a:avLst/>
            </a:prstGeom>
          </p:spPr>
        </p:pic>
      </p:grpSp>
      <p:grpSp>
        <p:nvGrpSpPr>
          <p:cNvPr id="105" name="Blue check 3x3">
            <a:extLst>
              <a:ext uri="{FF2B5EF4-FFF2-40B4-BE49-F238E27FC236}">
                <a16:creationId xmlns:a16="http://schemas.microsoft.com/office/drawing/2014/main" id="{CB7F4D88-38D3-6580-EE5D-0DA67ADC6488}"/>
              </a:ext>
            </a:extLst>
          </p:cNvPr>
          <p:cNvGrpSpPr/>
          <p:nvPr/>
        </p:nvGrpSpPr>
        <p:grpSpPr>
          <a:xfrm>
            <a:off x="5995037" y="3727097"/>
            <a:ext cx="209805" cy="212185"/>
            <a:chOff x="3961195" y="1701401"/>
            <a:chExt cx="209805" cy="212185"/>
          </a:xfrm>
        </p:grpSpPr>
        <p:sp>
          <p:nvSpPr>
            <p:cNvPr id="106" name="Blue circle">
              <a:extLst>
                <a:ext uri="{FF2B5EF4-FFF2-40B4-BE49-F238E27FC236}">
                  <a16:creationId xmlns:a16="http://schemas.microsoft.com/office/drawing/2014/main" id="{2476E3B2-3B0E-BF43-81E3-8C8FDDB3C9B5}"/>
                </a:ext>
              </a:extLst>
            </p:cNvPr>
            <p:cNvSpPr/>
            <p:nvPr/>
          </p:nvSpPr>
          <p:spPr>
            <a:xfrm>
              <a:off x="3961990" y="1701401"/>
              <a:ext cx="209010" cy="209010"/>
            </a:xfrm>
            <a:prstGeom prst="ellipse">
              <a:avLst/>
            </a:prstGeom>
            <a:solidFill>
              <a:srgbClr val="1A73E8"/>
            </a:solidFill>
            <a:ln>
              <a:solidFill>
                <a:srgbClr val="1A73E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07" name="Checkmark" descr="&lt;svg xmlns=&quot;http://www.w3.org/2000/svg&quot; height=&quot;24px&quot; viewBox=&quot;0 -960 960 960&quot; width=&quot;24px&quot; fill=&quot;#ffffff&quot;&gt;&lt;path d=&quot;M382-240 154-468l57-57 171 171 367-367 57 57-424 424Z&quot;/&gt;&lt;/svg&gt;">
              <a:extLst>
                <a:ext uri="{FF2B5EF4-FFF2-40B4-BE49-F238E27FC236}">
                  <a16:creationId xmlns:a16="http://schemas.microsoft.com/office/drawing/2014/main" id="{FD7B55F4-4AB1-D4F8-572B-00FF5D16FD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61195" y="1704576"/>
              <a:ext cx="209010" cy="209010"/>
            </a:xfrm>
            <a:prstGeom prst="rect">
              <a:avLst/>
            </a:prstGeom>
          </p:spPr>
        </p:pic>
      </p:grpSp>
      <p:pic>
        <p:nvPicPr>
          <p:cNvPr id="29" name="I 3x3">
            <a:extLst>
              <a:ext uri="{FF2B5EF4-FFF2-40B4-BE49-F238E27FC236}">
                <a16:creationId xmlns:a16="http://schemas.microsoft.com/office/drawing/2014/main" id="{65B3A5E0-4F18-91F2-A7F2-0A146A2935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368" t="50146" r="24654" b="25332"/>
          <a:stretch>
            <a:fillRect/>
          </a:stretch>
        </p:blipFill>
        <p:spPr>
          <a:xfrm>
            <a:off x="5984082" y="3712560"/>
            <a:ext cx="1009362" cy="988411"/>
          </a:xfrm>
          <a:prstGeom prst="rect">
            <a:avLst/>
          </a:prstGeom>
        </p:spPr>
      </p:pic>
      <p:grpSp>
        <p:nvGrpSpPr>
          <p:cNvPr id="108" name="ls 3x4">
            <a:extLst>
              <a:ext uri="{FF2B5EF4-FFF2-40B4-BE49-F238E27FC236}">
                <a16:creationId xmlns:a16="http://schemas.microsoft.com/office/drawing/2014/main" id="{6E04BBE0-FFB2-3AD3-C5EB-74E9BA457101}"/>
              </a:ext>
            </a:extLst>
          </p:cNvPr>
          <p:cNvGrpSpPr/>
          <p:nvPr/>
        </p:nvGrpSpPr>
        <p:grpSpPr>
          <a:xfrm>
            <a:off x="7011290" y="3717236"/>
            <a:ext cx="1009108" cy="990000"/>
            <a:chOff x="3948653" y="1692000"/>
            <a:chExt cx="1009108" cy="990000"/>
          </a:xfrm>
        </p:grpSpPr>
        <p:sp>
          <p:nvSpPr>
            <p:cNvPr id="109" name="White bg">
              <a:extLst>
                <a:ext uri="{FF2B5EF4-FFF2-40B4-BE49-F238E27FC236}">
                  <a16:creationId xmlns:a16="http://schemas.microsoft.com/office/drawing/2014/main" id="{7B14B07A-82CF-EF04-DD44-0916EC8569D5}"/>
                </a:ext>
              </a:extLst>
            </p:cNvPr>
            <p:cNvSpPr/>
            <p:nvPr/>
          </p:nvSpPr>
          <p:spPr>
            <a:xfrm>
              <a:off x="3948653" y="1692000"/>
              <a:ext cx="1009108" cy="990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pic>
          <p:nvPicPr>
            <p:cNvPr id="110" name="Is 1x1">
              <a:extLst>
                <a:ext uri="{FF2B5EF4-FFF2-40B4-BE49-F238E27FC236}">
                  <a16:creationId xmlns:a16="http://schemas.microsoft.com/office/drawing/2014/main" id="{F026E9FF-2A18-72ED-E79D-B5F159E8E74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328" b="1328"/>
            <a:stretch/>
          </p:blipFill>
          <p:spPr>
            <a:xfrm>
              <a:off x="4067290" y="1807494"/>
              <a:ext cx="771833" cy="756000"/>
            </a:xfrm>
            <a:prstGeom prst="rect">
              <a:avLst/>
            </a:prstGeom>
          </p:spPr>
        </p:pic>
      </p:grpSp>
      <p:grpSp>
        <p:nvGrpSpPr>
          <p:cNvPr id="111" name="Blue check 3x4">
            <a:extLst>
              <a:ext uri="{FF2B5EF4-FFF2-40B4-BE49-F238E27FC236}">
                <a16:creationId xmlns:a16="http://schemas.microsoft.com/office/drawing/2014/main" id="{4B6C560C-11F9-81D9-8892-5BC1D543E73C}"/>
              </a:ext>
            </a:extLst>
          </p:cNvPr>
          <p:cNvGrpSpPr/>
          <p:nvPr/>
        </p:nvGrpSpPr>
        <p:grpSpPr>
          <a:xfrm>
            <a:off x="7023832" y="3726637"/>
            <a:ext cx="209805" cy="212185"/>
            <a:chOff x="3961195" y="1701401"/>
            <a:chExt cx="209805" cy="212185"/>
          </a:xfrm>
        </p:grpSpPr>
        <p:sp>
          <p:nvSpPr>
            <p:cNvPr id="112" name="Blue circle">
              <a:extLst>
                <a:ext uri="{FF2B5EF4-FFF2-40B4-BE49-F238E27FC236}">
                  <a16:creationId xmlns:a16="http://schemas.microsoft.com/office/drawing/2014/main" id="{4F7F225F-D8AC-0BE7-E538-708123A4417D}"/>
                </a:ext>
              </a:extLst>
            </p:cNvPr>
            <p:cNvSpPr/>
            <p:nvPr/>
          </p:nvSpPr>
          <p:spPr>
            <a:xfrm>
              <a:off x="3961990" y="1701401"/>
              <a:ext cx="209010" cy="209010"/>
            </a:xfrm>
            <a:prstGeom prst="ellipse">
              <a:avLst/>
            </a:prstGeom>
            <a:solidFill>
              <a:srgbClr val="1A73E8"/>
            </a:solidFill>
            <a:ln>
              <a:solidFill>
                <a:srgbClr val="1A73E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13" name="Checkmark" descr="&lt;svg xmlns=&quot;http://www.w3.org/2000/svg&quot; height=&quot;24px&quot; viewBox=&quot;0 -960 960 960&quot; width=&quot;24px&quot; fill=&quot;#ffffff&quot;&gt;&lt;path d=&quot;M382-240 154-468l57-57 171 171 367-367 57 57-424 424Z&quot;/&gt;&lt;/svg&gt;">
              <a:extLst>
                <a:ext uri="{FF2B5EF4-FFF2-40B4-BE49-F238E27FC236}">
                  <a16:creationId xmlns:a16="http://schemas.microsoft.com/office/drawing/2014/main" id="{B54A7FD1-0B0A-11C5-DF37-A5BC4ACE7B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61195" y="1704576"/>
              <a:ext cx="209010" cy="209010"/>
            </a:xfrm>
            <a:prstGeom prst="rect">
              <a:avLst/>
            </a:prstGeom>
          </p:spPr>
        </p:pic>
      </p:grpSp>
      <p:pic>
        <p:nvPicPr>
          <p:cNvPr id="31" name="I 3x4">
            <a:extLst>
              <a:ext uri="{FF2B5EF4-FFF2-40B4-BE49-F238E27FC236}">
                <a16:creationId xmlns:a16="http://schemas.microsoft.com/office/drawing/2014/main" id="{90E2BE5E-9E13-3D14-7F20-FD16C38C66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771" t="50146" b="25332"/>
          <a:stretch>
            <a:fillRect/>
          </a:stretch>
        </p:blipFill>
        <p:spPr>
          <a:xfrm>
            <a:off x="7010653" y="3712560"/>
            <a:ext cx="979099" cy="988411"/>
          </a:xfrm>
          <a:prstGeom prst="rect">
            <a:avLst/>
          </a:prstGeom>
        </p:spPr>
      </p:pic>
      <p:grpSp>
        <p:nvGrpSpPr>
          <p:cNvPr id="114" name="ls 4x1">
            <a:extLst>
              <a:ext uri="{FF2B5EF4-FFF2-40B4-BE49-F238E27FC236}">
                <a16:creationId xmlns:a16="http://schemas.microsoft.com/office/drawing/2014/main" id="{BCBC8FD0-61A1-6E15-1CC4-AD5923310ACC}"/>
              </a:ext>
            </a:extLst>
          </p:cNvPr>
          <p:cNvGrpSpPr/>
          <p:nvPr/>
        </p:nvGrpSpPr>
        <p:grpSpPr>
          <a:xfrm>
            <a:off x="3943888" y="4729180"/>
            <a:ext cx="1009108" cy="990000"/>
            <a:chOff x="3948653" y="1692000"/>
            <a:chExt cx="1009108" cy="990000"/>
          </a:xfrm>
        </p:grpSpPr>
        <p:sp>
          <p:nvSpPr>
            <p:cNvPr id="115" name="White bg">
              <a:extLst>
                <a:ext uri="{FF2B5EF4-FFF2-40B4-BE49-F238E27FC236}">
                  <a16:creationId xmlns:a16="http://schemas.microsoft.com/office/drawing/2014/main" id="{BBA8BA42-3F44-5BF8-A7DB-843928811D0C}"/>
                </a:ext>
              </a:extLst>
            </p:cNvPr>
            <p:cNvSpPr/>
            <p:nvPr/>
          </p:nvSpPr>
          <p:spPr>
            <a:xfrm>
              <a:off x="3948653" y="1692000"/>
              <a:ext cx="1009108" cy="990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pic>
          <p:nvPicPr>
            <p:cNvPr id="116" name="Is 1x1">
              <a:extLst>
                <a:ext uri="{FF2B5EF4-FFF2-40B4-BE49-F238E27FC236}">
                  <a16:creationId xmlns:a16="http://schemas.microsoft.com/office/drawing/2014/main" id="{DB66A6C9-8FAF-0A70-A60F-FA2AE485E9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9" b="119"/>
            <a:stretch/>
          </p:blipFill>
          <p:spPr>
            <a:xfrm>
              <a:off x="4067290" y="1807494"/>
              <a:ext cx="771833" cy="756000"/>
            </a:xfrm>
            <a:prstGeom prst="rect">
              <a:avLst/>
            </a:prstGeom>
          </p:spPr>
        </p:pic>
      </p:grpSp>
      <p:grpSp>
        <p:nvGrpSpPr>
          <p:cNvPr id="117" name="Blue check 4x1">
            <a:extLst>
              <a:ext uri="{FF2B5EF4-FFF2-40B4-BE49-F238E27FC236}">
                <a16:creationId xmlns:a16="http://schemas.microsoft.com/office/drawing/2014/main" id="{BB8A62D1-88E7-20A5-C0BF-64411E7386B7}"/>
              </a:ext>
            </a:extLst>
          </p:cNvPr>
          <p:cNvGrpSpPr/>
          <p:nvPr/>
        </p:nvGrpSpPr>
        <p:grpSpPr>
          <a:xfrm>
            <a:off x="3956430" y="4738581"/>
            <a:ext cx="209805" cy="212185"/>
            <a:chOff x="3961195" y="1701401"/>
            <a:chExt cx="209805" cy="212185"/>
          </a:xfrm>
        </p:grpSpPr>
        <p:sp>
          <p:nvSpPr>
            <p:cNvPr id="118" name="Blue circle">
              <a:extLst>
                <a:ext uri="{FF2B5EF4-FFF2-40B4-BE49-F238E27FC236}">
                  <a16:creationId xmlns:a16="http://schemas.microsoft.com/office/drawing/2014/main" id="{EF8C31C3-33B8-43DB-2177-377727655DCE}"/>
                </a:ext>
              </a:extLst>
            </p:cNvPr>
            <p:cNvSpPr/>
            <p:nvPr/>
          </p:nvSpPr>
          <p:spPr>
            <a:xfrm>
              <a:off x="3961990" y="1701401"/>
              <a:ext cx="209010" cy="209010"/>
            </a:xfrm>
            <a:prstGeom prst="ellipse">
              <a:avLst/>
            </a:prstGeom>
            <a:solidFill>
              <a:srgbClr val="1A73E8"/>
            </a:solidFill>
            <a:ln>
              <a:solidFill>
                <a:srgbClr val="1A73E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19" name="Checkmark" descr="&lt;svg xmlns=&quot;http://www.w3.org/2000/svg&quot; height=&quot;24px&quot; viewBox=&quot;0 -960 960 960&quot; width=&quot;24px&quot; fill=&quot;#ffffff&quot;&gt;&lt;path d=&quot;M382-240 154-468l57-57 171 171 367-367 57 57-424 424Z&quot;/&gt;&lt;/svg&gt;">
              <a:extLst>
                <a:ext uri="{FF2B5EF4-FFF2-40B4-BE49-F238E27FC236}">
                  <a16:creationId xmlns:a16="http://schemas.microsoft.com/office/drawing/2014/main" id="{6A4B5578-CCCE-9137-5BEB-AF2E848246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61195" y="1704576"/>
              <a:ext cx="209010" cy="209010"/>
            </a:xfrm>
            <a:prstGeom prst="rect">
              <a:avLst/>
            </a:prstGeom>
          </p:spPr>
        </p:pic>
      </p:grpSp>
      <p:pic>
        <p:nvPicPr>
          <p:cNvPr id="33" name="I 4x1">
            <a:extLst>
              <a:ext uri="{FF2B5EF4-FFF2-40B4-BE49-F238E27FC236}">
                <a16:creationId xmlns:a16="http://schemas.microsoft.com/office/drawing/2014/main" id="{01E1C5C7-67CA-A957-C28E-64787A71A5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5478" r="75029"/>
          <a:stretch>
            <a:fillRect/>
          </a:stretch>
        </p:blipFill>
        <p:spPr>
          <a:xfrm>
            <a:off x="3948653" y="4733639"/>
            <a:ext cx="1009108" cy="988412"/>
          </a:xfrm>
          <a:prstGeom prst="rect">
            <a:avLst/>
          </a:prstGeom>
        </p:spPr>
      </p:pic>
      <p:grpSp>
        <p:nvGrpSpPr>
          <p:cNvPr id="120" name="ls 4x2">
            <a:extLst>
              <a:ext uri="{FF2B5EF4-FFF2-40B4-BE49-F238E27FC236}">
                <a16:creationId xmlns:a16="http://schemas.microsoft.com/office/drawing/2014/main" id="{49F70552-979B-AFD2-5507-42EFE5572798}"/>
              </a:ext>
            </a:extLst>
          </p:cNvPr>
          <p:cNvGrpSpPr/>
          <p:nvPr/>
        </p:nvGrpSpPr>
        <p:grpSpPr>
          <a:xfrm>
            <a:off x="4977351" y="4729706"/>
            <a:ext cx="1009108" cy="990000"/>
            <a:chOff x="3948653" y="1692000"/>
            <a:chExt cx="1009108" cy="990000"/>
          </a:xfrm>
        </p:grpSpPr>
        <p:sp>
          <p:nvSpPr>
            <p:cNvPr id="121" name="White bg">
              <a:extLst>
                <a:ext uri="{FF2B5EF4-FFF2-40B4-BE49-F238E27FC236}">
                  <a16:creationId xmlns:a16="http://schemas.microsoft.com/office/drawing/2014/main" id="{DD3DEFC9-65BB-CEDA-DDED-1EAF8BB6195D}"/>
                </a:ext>
              </a:extLst>
            </p:cNvPr>
            <p:cNvSpPr/>
            <p:nvPr/>
          </p:nvSpPr>
          <p:spPr>
            <a:xfrm>
              <a:off x="3948653" y="1692000"/>
              <a:ext cx="1009108" cy="990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pic>
          <p:nvPicPr>
            <p:cNvPr id="122" name="Is 1x1">
              <a:extLst>
                <a:ext uri="{FF2B5EF4-FFF2-40B4-BE49-F238E27FC236}">
                  <a16:creationId xmlns:a16="http://schemas.microsoft.com/office/drawing/2014/main" id="{85EA23D1-AB61-E9A0-EC41-69ABCDE28492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23" b="723"/>
            <a:stretch/>
          </p:blipFill>
          <p:spPr>
            <a:xfrm>
              <a:off x="4067290" y="1807494"/>
              <a:ext cx="771833" cy="756000"/>
            </a:xfrm>
            <a:prstGeom prst="rect">
              <a:avLst/>
            </a:prstGeom>
          </p:spPr>
        </p:pic>
      </p:grpSp>
      <p:grpSp>
        <p:nvGrpSpPr>
          <p:cNvPr id="123" name="Blue check 4x2">
            <a:extLst>
              <a:ext uri="{FF2B5EF4-FFF2-40B4-BE49-F238E27FC236}">
                <a16:creationId xmlns:a16="http://schemas.microsoft.com/office/drawing/2014/main" id="{B94B6603-CC45-D675-4F0A-D0C3775F24CD}"/>
              </a:ext>
            </a:extLst>
          </p:cNvPr>
          <p:cNvGrpSpPr/>
          <p:nvPr/>
        </p:nvGrpSpPr>
        <p:grpSpPr>
          <a:xfrm>
            <a:off x="4989893" y="4739107"/>
            <a:ext cx="209805" cy="212185"/>
            <a:chOff x="3961195" y="1701401"/>
            <a:chExt cx="209805" cy="212185"/>
          </a:xfrm>
        </p:grpSpPr>
        <p:sp>
          <p:nvSpPr>
            <p:cNvPr id="124" name="Blue circle">
              <a:extLst>
                <a:ext uri="{FF2B5EF4-FFF2-40B4-BE49-F238E27FC236}">
                  <a16:creationId xmlns:a16="http://schemas.microsoft.com/office/drawing/2014/main" id="{C721B787-BEEB-118E-CB7E-7BB99275A7E1}"/>
                </a:ext>
              </a:extLst>
            </p:cNvPr>
            <p:cNvSpPr/>
            <p:nvPr/>
          </p:nvSpPr>
          <p:spPr>
            <a:xfrm>
              <a:off x="3961990" y="1701401"/>
              <a:ext cx="209010" cy="209010"/>
            </a:xfrm>
            <a:prstGeom prst="ellipse">
              <a:avLst/>
            </a:prstGeom>
            <a:solidFill>
              <a:srgbClr val="1A73E8"/>
            </a:solidFill>
            <a:ln>
              <a:solidFill>
                <a:srgbClr val="1A73E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25" name="Checkmark" descr="&lt;svg xmlns=&quot;http://www.w3.org/2000/svg&quot; height=&quot;24px&quot; viewBox=&quot;0 -960 960 960&quot; width=&quot;24px&quot; fill=&quot;#ffffff&quot;&gt;&lt;path d=&quot;M382-240 154-468l57-57 171 171 367-367 57 57-424 424Z&quot;/&gt;&lt;/svg&gt;">
              <a:extLst>
                <a:ext uri="{FF2B5EF4-FFF2-40B4-BE49-F238E27FC236}">
                  <a16:creationId xmlns:a16="http://schemas.microsoft.com/office/drawing/2014/main" id="{38575ED4-5E0B-AE97-F012-3E7D0618D1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61195" y="1704576"/>
              <a:ext cx="209010" cy="209010"/>
            </a:xfrm>
            <a:prstGeom prst="rect">
              <a:avLst/>
            </a:prstGeom>
          </p:spPr>
        </p:pic>
      </p:grpSp>
      <p:pic>
        <p:nvPicPr>
          <p:cNvPr id="35" name="I 4x2">
            <a:extLst>
              <a:ext uri="{FF2B5EF4-FFF2-40B4-BE49-F238E27FC236}">
                <a16:creationId xmlns:a16="http://schemas.microsoft.com/office/drawing/2014/main" id="{0D184971-4FB1-863E-162C-70ABB631BE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403" t="75478" r="50058"/>
          <a:stretch>
            <a:fillRect/>
          </a:stretch>
        </p:blipFill>
        <p:spPr>
          <a:xfrm>
            <a:off x="4975226" y="4733639"/>
            <a:ext cx="991646" cy="988412"/>
          </a:xfrm>
          <a:prstGeom prst="rect">
            <a:avLst/>
          </a:prstGeom>
        </p:spPr>
      </p:pic>
      <p:grpSp>
        <p:nvGrpSpPr>
          <p:cNvPr id="126" name="ls 4x3">
            <a:extLst>
              <a:ext uri="{FF2B5EF4-FFF2-40B4-BE49-F238E27FC236}">
                <a16:creationId xmlns:a16="http://schemas.microsoft.com/office/drawing/2014/main" id="{231BACAE-C2C5-BB59-D140-BBCDBCFCE91E}"/>
              </a:ext>
            </a:extLst>
          </p:cNvPr>
          <p:cNvGrpSpPr/>
          <p:nvPr/>
        </p:nvGrpSpPr>
        <p:grpSpPr>
          <a:xfrm>
            <a:off x="5983769" y="4729337"/>
            <a:ext cx="1009108" cy="990000"/>
            <a:chOff x="3948653" y="1692000"/>
            <a:chExt cx="1009108" cy="990000"/>
          </a:xfrm>
        </p:grpSpPr>
        <p:sp>
          <p:nvSpPr>
            <p:cNvPr id="127" name="White bg">
              <a:extLst>
                <a:ext uri="{FF2B5EF4-FFF2-40B4-BE49-F238E27FC236}">
                  <a16:creationId xmlns:a16="http://schemas.microsoft.com/office/drawing/2014/main" id="{3AA1F3F4-9F6E-6346-6F8D-AA4E10E9A02C}"/>
                </a:ext>
              </a:extLst>
            </p:cNvPr>
            <p:cNvSpPr/>
            <p:nvPr/>
          </p:nvSpPr>
          <p:spPr>
            <a:xfrm>
              <a:off x="3948653" y="1692000"/>
              <a:ext cx="1009108" cy="990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pic>
          <p:nvPicPr>
            <p:cNvPr id="128" name="Is 1x1">
              <a:extLst>
                <a:ext uri="{FF2B5EF4-FFF2-40B4-BE49-F238E27FC236}">
                  <a16:creationId xmlns:a16="http://schemas.microsoft.com/office/drawing/2014/main" id="{DB1F3708-DC42-284F-92C1-EA5BD79A6A91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9" b="119"/>
            <a:stretch/>
          </p:blipFill>
          <p:spPr>
            <a:xfrm>
              <a:off x="4067290" y="1807494"/>
              <a:ext cx="771833" cy="756000"/>
            </a:xfrm>
            <a:prstGeom prst="rect">
              <a:avLst/>
            </a:prstGeom>
          </p:spPr>
        </p:pic>
      </p:grpSp>
      <p:grpSp>
        <p:nvGrpSpPr>
          <p:cNvPr id="129" name="Blue check 4x3">
            <a:extLst>
              <a:ext uri="{FF2B5EF4-FFF2-40B4-BE49-F238E27FC236}">
                <a16:creationId xmlns:a16="http://schemas.microsoft.com/office/drawing/2014/main" id="{5DF165B3-9629-1969-8F46-C8FC4DB862D9}"/>
              </a:ext>
            </a:extLst>
          </p:cNvPr>
          <p:cNvGrpSpPr/>
          <p:nvPr/>
        </p:nvGrpSpPr>
        <p:grpSpPr>
          <a:xfrm>
            <a:off x="5996311" y="4738738"/>
            <a:ext cx="209805" cy="212185"/>
            <a:chOff x="3961195" y="1701401"/>
            <a:chExt cx="209805" cy="212185"/>
          </a:xfrm>
        </p:grpSpPr>
        <p:sp>
          <p:nvSpPr>
            <p:cNvPr id="130" name="Blue circle">
              <a:extLst>
                <a:ext uri="{FF2B5EF4-FFF2-40B4-BE49-F238E27FC236}">
                  <a16:creationId xmlns:a16="http://schemas.microsoft.com/office/drawing/2014/main" id="{10D74CBF-253E-6BB7-2D53-6D2D513DB991}"/>
                </a:ext>
              </a:extLst>
            </p:cNvPr>
            <p:cNvSpPr/>
            <p:nvPr/>
          </p:nvSpPr>
          <p:spPr>
            <a:xfrm>
              <a:off x="3961990" y="1701401"/>
              <a:ext cx="209010" cy="209010"/>
            </a:xfrm>
            <a:prstGeom prst="ellipse">
              <a:avLst/>
            </a:prstGeom>
            <a:solidFill>
              <a:srgbClr val="1A73E8"/>
            </a:solidFill>
            <a:ln>
              <a:solidFill>
                <a:srgbClr val="1A73E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31" name="Checkmark" descr="&lt;svg xmlns=&quot;http://www.w3.org/2000/svg&quot; height=&quot;24px&quot; viewBox=&quot;0 -960 960 960&quot; width=&quot;24px&quot; fill=&quot;#ffffff&quot;&gt;&lt;path d=&quot;M382-240 154-468l57-57 171 171 367-367 57 57-424 424Z&quot;/&gt;&lt;/svg&gt;">
              <a:extLst>
                <a:ext uri="{FF2B5EF4-FFF2-40B4-BE49-F238E27FC236}">
                  <a16:creationId xmlns:a16="http://schemas.microsoft.com/office/drawing/2014/main" id="{BE51AF03-E4F6-AB0C-AB4B-968C286F99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61195" y="1704576"/>
              <a:ext cx="209010" cy="209010"/>
            </a:xfrm>
            <a:prstGeom prst="rect">
              <a:avLst/>
            </a:prstGeom>
          </p:spPr>
        </p:pic>
      </p:grpSp>
      <p:pic>
        <p:nvPicPr>
          <p:cNvPr id="37" name="I 4x3">
            <a:extLst>
              <a:ext uri="{FF2B5EF4-FFF2-40B4-BE49-F238E27FC236}">
                <a16:creationId xmlns:a16="http://schemas.microsoft.com/office/drawing/2014/main" id="{58AC7CEB-BAA4-704E-910F-E74671474B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368" t="75478" r="24655"/>
          <a:stretch>
            <a:fillRect/>
          </a:stretch>
        </p:blipFill>
        <p:spPr>
          <a:xfrm>
            <a:off x="5984081" y="4733639"/>
            <a:ext cx="1009363" cy="988412"/>
          </a:xfrm>
          <a:prstGeom prst="rect">
            <a:avLst/>
          </a:prstGeom>
        </p:spPr>
      </p:pic>
      <p:grpSp>
        <p:nvGrpSpPr>
          <p:cNvPr id="132" name="ls 4x4">
            <a:extLst>
              <a:ext uri="{FF2B5EF4-FFF2-40B4-BE49-F238E27FC236}">
                <a16:creationId xmlns:a16="http://schemas.microsoft.com/office/drawing/2014/main" id="{E2FC5B6A-909A-4CA0-6517-8063AB3AC58B}"/>
              </a:ext>
            </a:extLst>
          </p:cNvPr>
          <p:cNvGrpSpPr/>
          <p:nvPr/>
        </p:nvGrpSpPr>
        <p:grpSpPr>
          <a:xfrm>
            <a:off x="7011132" y="4732231"/>
            <a:ext cx="1009108" cy="990000"/>
            <a:chOff x="3948653" y="1692000"/>
            <a:chExt cx="1009108" cy="990000"/>
          </a:xfrm>
        </p:grpSpPr>
        <p:sp>
          <p:nvSpPr>
            <p:cNvPr id="133" name="White bg">
              <a:extLst>
                <a:ext uri="{FF2B5EF4-FFF2-40B4-BE49-F238E27FC236}">
                  <a16:creationId xmlns:a16="http://schemas.microsoft.com/office/drawing/2014/main" id="{478F3607-0752-9F6B-3CC3-23E5FF3DDF6C}"/>
                </a:ext>
              </a:extLst>
            </p:cNvPr>
            <p:cNvSpPr/>
            <p:nvPr/>
          </p:nvSpPr>
          <p:spPr>
            <a:xfrm>
              <a:off x="3948653" y="1692000"/>
              <a:ext cx="1009108" cy="990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pic>
          <p:nvPicPr>
            <p:cNvPr id="134" name="Is 1x1">
              <a:extLst>
                <a:ext uri="{FF2B5EF4-FFF2-40B4-BE49-F238E27FC236}">
                  <a16:creationId xmlns:a16="http://schemas.microsoft.com/office/drawing/2014/main" id="{E7F72358-5320-8E88-DB4E-2F1FF1B961A2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328" b="1328"/>
            <a:stretch/>
          </p:blipFill>
          <p:spPr>
            <a:xfrm>
              <a:off x="4067290" y="1807494"/>
              <a:ext cx="771833" cy="756000"/>
            </a:xfrm>
            <a:prstGeom prst="rect">
              <a:avLst/>
            </a:prstGeom>
          </p:spPr>
        </p:pic>
      </p:grpSp>
      <p:grpSp>
        <p:nvGrpSpPr>
          <p:cNvPr id="135" name="Blue check 4x4">
            <a:extLst>
              <a:ext uri="{FF2B5EF4-FFF2-40B4-BE49-F238E27FC236}">
                <a16:creationId xmlns:a16="http://schemas.microsoft.com/office/drawing/2014/main" id="{4266C591-C287-A8FA-D6B0-C3446BD1F83C}"/>
              </a:ext>
            </a:extLst>
          </p:cNvPr>
          <p:cNvGrpSpPr/>
          <p:nvPr/>
        </p:nvGrpSpPr>
        <p:grpSpPr>
          <a:xfrm>
            <a:off x="7023674" y="4741632"/>
            <a:ext cx="209805" cy="212185"/>
            <a:chOff x="3961195" y="1701401"/>
            <a:chExt cx="209805" cy="212185"/>
          </a:xfrm>
        </p:grpSpPr>
        <p:sp>
          <p:nvSpPr>
            <p:cNvPr id="136" name="Blue circle">
              <a:extLst>
                <a:ext uri="{FF2B5EF4-FFF2-40B4-BE49-F238E27FC236}">
                  <a16:creationId xmlns:a16="http://schemas.microsoft.com/office/drawing/2014/main" id="{D4F6AB2B-46A1-A072-4C5C-6275696CA3C8}"/>
                </a:ext>
              </a:extLst>
            </p:cNvPr>
            <p:cNvSpPr/>
            <p:nvPr/>
          </p:nvSpPr>
          <p:spPr>
            <a:xfrm>
              <a:off x="3961990" y="1701401"/>
              <a:ext cx="209010" cy="209010"/>
            </a:xfrm>
            <a:prstGeom prst="ellipse">
              <a:avLst/>
            </a:prstGeom>
            <a:solidFill>
              <a:srgbClr val="1A73E8"/>
            </a:solidFill>
            <a:ln>
              <a:solidFill>
                <a:srgbClr val="1A73E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37" name="Checkmark" descr="&lt;svg xmlns=&quot;http://www.w3.org/2000/svg&quot; height=&quot;24px&quot; viewBox=&quot;0 -960 960 960&quot; width=&quot;24px&quot; fill=&quot;#ffffff&quot;&gt;&lt;path d=&quot;M382-240 154-468l57-57 171 171 367-367 57 57-424 424Z&quot;/&gt;&lt;/svg&gt;">
              <a:extLst>
                <a:ext uri="{FF2B5EF4-FFF2-40B4-BE49-F238E27FC236}">
                  <a16:creationId xmlns:a16="http://schemas.microsoft.com/office/drawing/2014/main" id="{213CA125-94C7-25BC-0CA8-6ED183B484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61195" y="1704576"/>
              <a:ext cx="209010" cy="209010"/>
            </a:xfrm>
            <a:prstGeom prst="rect">
              <a:avLst/>
            </a:prstGeom>
          </p:spPr>
        </p:pic>
      </p:grpSp>
      <p:pic>
        <p:nvPicPr>
          <p:cNvPr id="39" name="I 4x4">
            <a:extLst>
              <a:ext uri="{FF2B5EF4-FFF2-40B4-BE49-F238E27FC236}">
                <a16:creationId xmlns:a16="http://schemas.microsoft.com/office/drawing/2014/main" id="{42D81254-205A-B866-3CF0-5EC35DBB57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771" t="75478"/>
          <a:stretch>
            <a:fillRect/>
          </a:stretch>
        </p:blipFill>
        <p:spPr>
          <a:xfrm>
            <a:off x="7010653" y="4733639"/>
            <a:ext cx="979099" cy="988412"/>
          </a:xfrm>
          <a:prstGeom prst="rect">
            <a:avLst/>
          </a:prstGeom>
        </p:spPr>
      </p:pic>
      <p:sp>
        <p:nvSpPr>
          <p:cNvPr id="141" name="Header">
            <a:hlinkClick r:id="rId19" action="ppaction://hlinksldjump"/>
            <a:extLst>
              <a:ext uri="{FF2B5EF4-FFF2-40B4-BE49-F238E27FC236}">
                <a16:creationId xmlns:a16="http://schemas.microsoft.com/office/drawing/2014/main" id="{40B7539D-F91F-C424-12DD-92AEF1437560}"/>
              </a:ext>
            </a:extLst>
          </p:cNvPr>
          <p:cNvSpPr/>
          <p:nvPr/>
        </p:nvSpPr>
        <p:spPr>
          <a:xfrm>
            <a:off x="6732452" y="5854700"/>
            <a:ext cx="1257300" cy="406400"/>
          </a:xfrm>
          <a:prstGeom prst="rect">
            <a:avLst/>
          </a:prstGeom>
          <a:solidFill>
            <a:srgbClr val="3986D8"/>
          </a:solidFill>
          <a:ln>
            <a:solidFill>
              <a:srgbClr val="398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000"/>
            <a:r>
              <a:rPr lang="es-ES" sz="1600" b="1" dirty="0">
                <a:latin typeface="Roboto" panose="02000000000000000000" pitchFamily="2" charset="0"/>
                <a:ea typeface="Roboto" panose="02000000000000000000" pitchFamily="2" charset="0"/>
              </a:rPr>
              <a:t>SUBMIT</a:t>
            </a:r>
          </a:p>
        </p:txBody>
      </p:sp>
      <p:sp>
        <p:nvSpPr>
          <p:cNvPr id="143" name="Header">
            <a:hlinkClick r:id="rId20" action="ppaction://hlinksldjump"/>
            <a:extLst>
              <a:ext uri="{FF2B5EF4-FFF2-40B4-BE49-F238E27FC236}">
                <a16:creationId xmlns:a16="http://schemas.microsoft.com/office/drawing/2014/main" id="{40791421-9A2C-010D-1EF1-A328B4B7871D}"/>
              </a:ext>
            </a:extLst>
          </p:cNvPr>
          <p:cNvSpPr/>
          <p:nvPr/>
        </p:nvSpPr>
        <p:spPr>
          <a:xfrm>
            <a:off x="5674772" y="5854700"/>
            <a:ext cx="979100" cy="406400"/>
          </a:xfrm>
          <a:prstGeom prst="rect">
            <a:avLst/>
          </a:prstGeom>
          <a:solidFill>
            <a:srgbClr val="3986D8"/>
          </a:solidFill>
          <a:ln>
            <a:solidFill>
              <a:srgbClr val="398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000"/>
            <a:r>
              <a:rPr lang="es-ES" sz="1600" b="1" dirty="0">
                <a:latin typeface="Roboto" panose="02000000000000000000" pitchFamily="2" charset="0"/>
                <a:ea typeface="Roboto" panose="02000000000000000000" pitchFamily="2" charset="0"/>
              </a:rPr>
              <a:t>SKIP</a:t>
            </a:r>
          </a:p>
        </p:txBody>
      </p:sp>
      <p:pic>
        <p:nvPicPr>
          <p:cNvPr id="144" name="Replay animation" descr="&lt;svg xmlns=&quot;http://www.w3.org/2000/svg&quot; height=&quot;24px&quot; viewBox=&quot;0 -960 960 960&quot; width=&quot;24px&quot; fill=&quot;#808080&quot;&gt;&lt;path d=&quot;M480-160q-134 0-227-93t-93-227q0-134 93-227t227-93q69 0 132 28.5T720-690v-110h80v280H520v-80h168q-32-56-87.5-88T480-720q-100 0-170 70t-70 170q0 100 70 170t170 70q77 0 139-44t87-116h84q-28 106-114 173t-196 67Z&quot;/&gt;&lt;/svg&gt;">
            <a:extLst>
              <a:ext uri="{FF2B5EF4-FFF2-40B4-BE49-F238E27FC236}">
                <a16:creationId xmlns:a16="http://schemas.microsoft.com/office/drawing/2014/main" id="{A4CF603C-5623-F3C1-3C78-F3971FD79F40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885980" y="5833376"/>
            <a:ext cx="427724" cy="427724"/>
          </a:xfrm>
          <a:prstGeom prst="rect">
            <a:avLst/>
          </a:prstGeom>
        </p:spPr>
      </p:pic>
      <p:pic>
        <p:nvPicPr>
          <p:cNvPr id="145" name="Music on" descr="&lt;svg xmlns=&quot;http://www.w3.org/2000/svg&quot; height=&quot;24px&quot; viewBox=&quot;0 -960 960 960&quot; width=&quot;24px&quot; fill=&quot;#000000&quot;&gt;&lt;path d=&quot;M360-120H200q-33 0-56.5-23.5T120-200v-280q0-75 28.5-140.5t77-114q48.5-48.5 114-77T480-840q75 0 140.5 28.5t114 77q48.5 48.5 77 114T840-480v280q0 33-23.5 56.5T760-120H600v-320h160v-40q0-117-81.5-198.5T480-760q-117 0-198.5 81.5T200-480v40h160v320Zm-80-240h-80v160h80v-160Zm400 0v160h80v-160h-80Zm-400 0h-80 80Zm400 0h80-80Z&quot;/&gt;&lt;/svg&gt;">
            <a:hlinkClick r:id="" action="ppaction://noaction" endSnd="1"/>
            <a:extLst>
              <a:ext uri="{FF2B5EF4-FFF2-40B4-BE49-F238E27FC236}">
                <a16:creationId xmlns:a16="http://schemas.microsoft.com/office/drawing/2014/main" id="{C57A94C9-9211-986A-DB7B-4D5768AF437B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336107" y="5854701"/>
            <a:ext cx="392136" cy="392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4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xit" presetSubtype="0" fill="hold" nodeType="with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5" dur="5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7" dur="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43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3" dur="5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5" dur="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nodeType="with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71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" fill="hold">
                      <p:stCondLst>
                        <p:cond delay="0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1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79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" fill="hold">
                      <p:stCondLst>
                        <p:cond delay="0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1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1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seq concurrent="1" nextAc="seek">
              <p:cTn id="87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1" dur="5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3" dur="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fill="hold" nodeType="with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99" restart="whenNotActive" fill="hold" evtFilter="cancelBubble" nodeType="interactiveSeq">
                <p:stCondLst>
                  <p:cond evt="onClick" delay="0">
                    <p:tgtEl>
                      <p:spTgt spid="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0" fill="hold">
                      <p:stCondLst>
                        <p:cond delay="0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1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1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8"/>
                  </p:tgtEl>
                </p:cond>
              </p:nextCondLst>
            </p:seq>
            <p:seq concurrent="1" nextAc="seek">
              <p:cTn id="107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1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1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115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6" fill="hold">
                      <p:stCondLst>
                        <p:cond delay="0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9" dur="5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1" dur="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fill="hold" nodeType="with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127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8" fill="hold">
                      <p:stCondLst>
                        <p:cond delay="0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1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1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135" restart="whenNotActive" fill="hold" evtFilter="cancelBubble" nodeType="interactiveSeq">
                <p:stCondLst>
                  <p:cond evt="onClick" delay="0">
                    <p:tgtEl>
                      <p:spTgt spid="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6" fill="hold">
                      <p:stCondLst>
                        <p:cond delay="0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1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1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6"/>
                  </p:tgtEl>
                </p:cond>
              </p:nextCondLst>
            </p:seq>
            <p:seq concurrent="1" nextAc="seek">
              <p:cTn id="143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4" fill="hold">
                      <p:stCondLst>
                        <p:cond delay="0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7" dur="5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9" dur="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4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xit" presetSubtype="0" fill="hold" nodeType="with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155" restart="whenNotActive" fill="hold" evtFilter="cancelBubble" nodeType="interactiveSeq">
                <p:stCondLst>
                  <p:cond evt="onClick" delay="0">
                    <p:tgtEl>
                      <p:spTgt spid="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6" fill="hold">
                      <p:stCondLst>
                        <p:cond delay="0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0" dur="1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2" dur="1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"/>
                  </p:tgtEl>
                </p:cond>
              </p:nextCondLst>
            </p:seq>
            <p:seq concurrent="1" nextAc="seek">
              <p:cTn id="163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4" fill="hold">
                      <p:stCondLst>
                        <p:cond delay="0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1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1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1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171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5" dur="5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77" dur="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xit" presetSubtype="0" fill="hold" nodeType="with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183" restart="whenNotActive" fill="hold" evtFilter="cancelBubble" nodeType="interactiveSeq">
                <p:stCondLst>
                  <p:cond evt="onClick" delay="0">
                    <p:tgtEl>
                      <p:spTgt spid="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4" fill="hold">
                      <p:stCondLst>
                        <p:cond delay="0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8" dur="1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1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0" dur="1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"/>
                  </p:tgtEl>
                </p:cond>
              </p:nextCondLst>
            </p:seq>
            <p:seq concurrent="1" nextAc="seek">
              <p:cTn id="191" restart="whenNotActive" fill="hold" evtFilter="cancelBubble" nodeType="interactiveSeq">
                <p:stCondLst>
                  <p:cond evt="onClick" delay="0">
                    <p:tgtEl>
                      <p:spTgt spid="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2" fill="hold">
                      <p:stCondLst>
                        <p:cond delay="0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6" dur="1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1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8" dur="1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1"/>
                  </p:tgtEl>
                </p:cond>
              </p:nextCondLst>
            </p:seq>
            <p:seq concurrent="1" nextAc="seek">
              <p:cTn id="199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0" fill="hold">
                      <p:stCondLst>
                        <p:cond delay="0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3" dur="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5" dur="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4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xit" presetSubtype="0" fill="hold" nodeType="with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211" restart="whenNotActive" fill="hold" evtFilter="cancelBubble" nodeType="interactiveSeq">
                <p:stCondLst>
                  <p:cond evt="onClick" delay="0">
                    <p:tgtEl>
                      <p:spTgt spid="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2" fill="hold">
                      <p:stCondLst>
                        <p:cond delay="0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6" dur="1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7" dur="1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8" dur="1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"/>
                  </p:tgtEl>
                </p:cond>
              </p:nextCondLst>
            </p:seq>
            <p:seq concurrent="1" nextAc="seek">
              <p:cTn id="219" restart="whenNotActive" fill="hold" evtFilter="cancelBubble" nodeType="interactiveSeq">
                <p:stCondLst>
                  <p:cond evt="onClick" delay="0">
                    <p:tgtEl>
                      <p:spTgt spid="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0" fill="hold">
                      <p:stCondLst>
                        <p:cond delay="0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4" dur="1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1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6" dur="1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"/>
                  </p:tgtEl>
                </p:cond>
              </p:nextCondLst>
            </p:seq>
            <p:seq concurrent="1" nextAc="seek">
              <p:cTn id="227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8" fill="hold">
                      <p:stCondLst>
                        <p:cond delay="0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31" dur="5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5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33" dur="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4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xit" presetSubtype="0" fill="hold" nodeType="with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39" restart="whenNotActive" fill="hold" evtFilter="cancelBubble" nodeType="interactiveSeq">
                <p:stCondLst>
                  <p:cond evt="onClick" delay="0">
                    <p:tgtEl>
                      <p:spTgt spid="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0" fill="hold">
                      <p:stCondLst>
                        <p:cond delay="0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4" dur="1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5" dur="1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6" dur="1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0"/>
                  </p:tgtEl>
                </p:cond>
              </p:nextCondLst>
            </p:seq>
            <p:seq concurrent="1" nextAc="seek">
              <p:cTn id="247" restart="whenNotActive" fill="hold" evtFilter="cancelBubble" nodeType="interactiveSeq">
                <p:stCondLst>
                  <p:cond evt="onClick" delay="0">
                    <p:tgtEl>
                      <p:spTgt spid="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8" fill="hold">
                      <p:stCondLst>
                        <p:cond delay="0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2" dur="1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1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4" dur="1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"/>
                  </p:tgtEl>
                </p:cond>
              </p:nextCondLst>
            </p:seq>
            <p:seq concurrent="1" nextAc="seek">
              <p:cTn id="255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6" fill="hold">
                      <p:stCondLst>
                        <p:cond delay="0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9" dur="5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5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61" dur="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4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1" presetClass="exit" presetSubtype="0" fill="hold" nodeType="with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267" restart="whenNotActive" fill="hold" evtFilter="cancelBubble" nodeType="interactiveSeq">
                <p:stCondLst>
                  <p:cond evt="onClick" delay="0">
                    <p:tgtEl>
                      <p:spTgt spid="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8" fill="hold">
                      <p:stCondLst>
                        <p:cond delay="0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2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3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4" dur="1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"/>
                  </p:tgtEl>
                </p:cond>
              </p:nextCondLst>
            </p:seq>
            <p:seq concurrent="1" nextAc="seek">
              <p:cTn id="275" restart="whenNotActive" fill="hold" evtFilter="cancelBubble" nodeType="interactiveSeq">
                <p:stCondLst>
                  <p:cond evt="onClick" delay="0">
                    <p:tgtEl>
                      <p:spTgt spid="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6" fill="hold">
                      <p:stCondLst>
                        <p:cond delay="0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0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1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2" dur="1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"/>
                  </p:tgtEl>
                </p:cond>
              </p:nextCondLst>
            </p:seq>
            <p:seq concurrent="1" nextAc="seek">
              <p:cTn id="283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4" fill="hold">
                      <p:stCondLst>
                        <p:cond delay="0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87" dur="5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8" dur="5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89" dur="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4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presetID="1" presetClass="exit" presetSubtype="0" fill="hold" nodeType="with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295" restart="whenNotActive" fill="hold" evtFilter="cancelBubble" nodeType="interactiveSeq">
                <p:stCondLst>
                  <p:cond evt="onClick" delay="0">
                    <p:tgtEl>
                      <p:spTgt spid="1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6" fill="hold">
                      <p:stCondLst>
                        <p:cond delay="0"/>
                      </p:stCondLst>
                      <p:childTnLst>
                        <p:par>
                          <p:cTn id="297" fill="hold">
                            <p:stCondLst>
                              <p:cond delay="0"/>
                            </p:stCondLst>
                            <p:childTnLst>
                              <p:par>
                                <p:cTn id="29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0" dur="1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1" dur="1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2" dur="1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"/>
                  </p:tgtEl>
                </p:cond>
              </p:nextCondLst>
            </p:seq>
            <p:seq concurrent="1" nextAc="seek">
              <p:cTn id="303" restart="whenNotActive" fill="hold" evtFilter="cancelBubble" nodeType="interactiveSeq">
                <p:stCondLst>
                  <p:cond evt="onClick" delay="0">
                    <p:tgtEl>
                      <p:spTgt spid="1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4" fill="hold">
                      <p:stCondLst>
                        <p:cond delay="0"/>
                      </p:stCondLst>
                      <p:childTnLst>
                        <p:par>
                          <p:cTn id="305" fill="hold">
                            <p:stCondLst>
                              <p:cond delay="0"/>
                            </p:stCondLst>
                            <p:childTnLst>
                              <p:par>
                                <p:cTn id="30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8" dur="1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9" dur="1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0" dur="1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2"/>
                  </p:tgtEl>
                </p:cond>
              </p:nextCondLst>
            </p:seq>
            <p:seq concurrent="1" nextAc="seek">
              <p:cTn id="311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2" fill="hold">
                      <p:stCondLst>
                        <p:cond delay="0"/>
                      </p:stCondLst>
                      <p:childTnLst>
                        <p:par>
                          <p:cTn id="313" fill="hold">
                            <p:stCondLst>
                              <p:cond delay="0"/>
                            </p:stCondLst>
                            <p:childTnLst>
                              <p:par>
                                <p:cTn id="314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15" dur="5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6" dur="5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17" dur="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4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presetID="1" presetClass="exit" presetSubtype="0" fill="hold" nodeType="with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323" restart="whenNotActive" fill="hold" evtFilter="cancelBubble" nodeType="interactiveSeq">
                <p:stCondLst>
                  <p:cond evt="onClick" delay="0">
                    <p:tgtEl>
                      <p:spTgt spid="1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4" fill="hold">
                      <p:stCondLst>
                        <p:cond delay="0"/>
                      </p:stCondLst>
                      <p:childTnLst>
                        <p:par>
                          <p:cTn id="325" fill="hold">
                            <p:stCondLst>
                              <p:cond delay="0"/>
                            </p:stCondLst>
                            <p:childTnLst>
                              <p:par>
                                <p:cTn id="32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8" dur="1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9" dur="1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0" dur="1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1"/>
                  </p:tgtEl>
                </p:cond>
              </p:nextCondLst>
            </p:seq>
            <p:seq concurrent="1" nextAc="seek">
              <p:cTn id="331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2" fill="hold">
                      <p:stCondLst>
                        <p:cond delay="0"/>
                      </p:stCondLst>
                      <p:childTnLst>
                        <p:par>
                          <p:cTn id="333" fill="hold">
                            <p:stCondLst>
                              <p:cond delay="0"/>
                            </p:stCondLst>
                            <p:childTnLst>
                              <p:par>
                                <p:cTn id="3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6" dur="1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7" dur="1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8" dur="1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339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0" fill="hold">
                      <p:stCondLst>
                        <p:cond delay="0"/>
                      </p:stCondLst>
                      <p:childTnLst>
                        <p:par>
                          <p:cTn id="341" fill="hold">
                            <p:stCondLst>
                              <p:cond delay="0"/>
                            </p:stCondLst>
                            <p:childTnLst>
                              <p:par>
                                <p:cTn id="342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43" dur="5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4" dur="5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45" dur="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4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7" presetID="1" presetClass="exit" presetSubtype="0" fill="hold" nodeType="with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351" restart="whenNotActive" fill="hold" evtFilter="cancelBubble" nodeType="interactiveSeq">
                <p:stCondLst>
                  <p:cond evt="onClick" delay="0">
                    <p:tgtEl>
                      <p:spTgt spid="1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2" fill="hold">
                      <p:stCondLst>
                        <p:cond delay="0"/>
                      </p:stCondLst>
                      <p:childTnLst>
                        <p:par>
                          <p:cTn id="353" fill="hold">
                            <p:stCondLst>
                              <p:cond delay="0"/>
                            </p:stCondLst>
                            <p:childTnLst>
                              <p:par>
                                <p:cTn id="35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6" dur="1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7" dur="1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8" dur="1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"/>
                  </p:tgtEl>
                </p:cond>
              </p:nextCondLst>
            </p:seq>
            <p:seq concurrent="1" nextAc="seek">
              <p:cTn id="359" restart="whenNotActive" fill="hold" evtFilter="cancelBubble" nodeType="interactiveSeq">
                <p:stCondLst>
                  <p:cond evt="onClick" delay="0">
                    <p:tgtEl>
                      <p:spTgt spid="1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0" fill="hold">
                      <p:stCondLst>
                        <p:cond delay="0"/>
                      </p:stCondLst>
                      <p:childTnLst>
                        <p:par>
                          <p:cTn id="361" fill="hold">
                            <p:stCondLst>
                              <p:cond delay="0"/>
                            </p:stCondLst>
                            <p:childTnLst>
                              <p:par>
                                <p:cTn id="36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4" dur="1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5" dur="1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6" dur="1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7"/>
                  </p:tgtEl>
                </p:cond>
              </p:nextCondLst>
            </p:seq>
            <p:seq concurrent="1" nextAc="seek">
              <p:cTn id="367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8" fill="hold">
                      <p:stCondLst>
                        <p:cond delay="0"/>
                      </p:stCondLst>
                      <p:childTnLst>
                        <p:par>
                          <p:cTn id="369" fill="hold">
                            <p:stCondLst>
                              <p:cond delay="0"/>
                            </p:stCondLst>
                            <p:childTnLst>
                              <p:par>
                                <p:cTn id="370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71" dur="5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2" dur="5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73" dur="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4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5" presetID="1" presetClass="exit" presetSubtype="0" fill="hold" nodeType="with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379" restart="whenNotActive" fill="hold" evtFilter="cancelBubble" nodeType="interactiveSeq">
                <p:stCondLst>
                  <p:cond evt="onClick" delay="0">
                    <p:tgtEl>
                      <p:spTgt spid="1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0" fill="hold">
                      <p:stCondLst>
                        <p:cond delay="0"/>
                      </p:stCondLst>
                      <p:childTnLst>
                        <p:par>
                          <p:cTn id="381" fill="hold">
                            <p:stCondLst>
                              <p:cond delay="0"/>
                            </p:stCondLst>
                            <p:childTnLst>
                              <p:par>
                                <p:cTn id="38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4" dur="1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5" dur="1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6" dur="1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0"/>
                  </p:tgtEl>
                </p:cond>
              </p:nextCondLst>
            </p:seq>
            <p:seq concurrent="1" nextAc="seek">
              <p:cTn id="387" restart="whenNotActive" fill="hold" evtFilter="cancelBubble" nodeType="interactiveSeq">
                <p:stCondLst>
                  <p:cond evt="onClick" delay="0">
                    <p:tgtEl>
                      <p:spTgt spid="1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8" fill="hold">
                      <p:stCondLst>
                        <p:cond delay="0"/>
                      </p:stCondLst>
                      <p:childTnLst>
                        <p:par>
                          <p:cTn id="389" fill="hold">
                            <p:stCondLst>
                              <p:cond delay="0"/>
                            </p:stCondLst>
                            <p:childTnLst>
                              <p:par>
                                <p:cTn id="39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2" dur="1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3" dur="1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4" dur="1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3"/>
                  </p:tgtEl>
                </p:cond>
              </p:nextCondLst>
            </p:seq>
            <p:seq concurrent="1" nextAc="seek">
              <p:cTn id="395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6" fill="hold">
                      <p:stCondLst>
                        <p:cond delay="0"/>
                      </p:stCondLst>
                      <p:childTnLst>
                        <p:par>
                          <p:cTn id="397" fill="hold">
                            <p:stCondLst>
                              <p:cond delay="0"/>
                            </p:stCondLst>
                            <p:childTnLst>
                              <p:par>
                                <p:cTn id="398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99" dur="5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0" dur="5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01" dur="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4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3" presetID="1" presetClass="exit" presetSubtype="0" fill="hold" nodeType="with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407" restart="whenNotActive" fill="hold" evtFilter="cancelBubble" nodeType="interactiveSeq">
                <p:stCondLst>
                  <p:cond evt="onClick" delay="0">
                    <p:tgtEl>
                      <p:spTgt spid="1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8" fill="hold">
                      <p:stCondLst>
                        <p:cond delay="0"/>
                      </p:stCondLst>
                      <p:childTnLst>
                        <p:par>
                          <p:cTn id="409" fill="hold">
                            <p:stCondLst>
                              <p:cond delay="0"/>
                            </p:stCondLst>
                            <p:childTnLst>
                              <p:par>
                                <p:cTn id="4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2" dur="1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3" dur="1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4" dur="1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6"/>
                  </p:tgtEl>
                </p:cond>
              </p:nextCondLst>
            </p:seq>
            <p:seq concurrent="1" nextAc="seek">
              <p:cTn id="415" restart="whenNotActive" fill="hold" evtFilter="cancelBubble" nodeType="interactiveSeq">
                <p:stCondLst>
                  <p:cond evt="onClick" delay="0">
                    <p:tgtEl>
                      <p:spTgt spid="1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6" fill="hold">
                      <p:stCondLst>
                        <p:cond delay="0"/>
                      </p:stCondLst>
                      <p:childTnLst>
                        <p:par>
                          <p:cTn id="417" fill="hold">
                            <p:stCondLst>
                              <p:cond delay="0"/>
                            </p:stCondLst>
                            <p:childTnLst>
                              <p:par>
                                <p:cTn id="41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0" dur="1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1" dur="1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2" dur="1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9"/>
                  </p:tgtEl>
                </p:cond>
              </p:nextCondLst>
            </p:seq>
            <p:seq concurrent="1" nextAc="seek">
              <p:cTn id="423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4" fill="hold">
                      <p:stCondLst>
                        <p:cond delay="0"/>
                      </p:stCondLst>
                      <p:childTnLst>
                        <p:par>
                          <p:cTn id="425" fill="hold">
                            <p:stCondLst>
                              <p:cond delay="0"/>
                            </p:stCondLst>
                            <p:childTnLst>
                              <p:par>
                                <p:cTn id="426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27" dur="5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8" dur="5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29" dur="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4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1" presetID="1" presetClass="exit" presetSubtype="0" fill="hold" nodeType="with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435" restart="whenNotActive" fill="hold" evtFilter="cancelBubble" nodeType="interactiveSeq">
                <p:stCondLst>
                  <p:cond evt="onClick" delay="0">
                    <p:tgtEl>
                      <p:spTgt spid="1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6" fill="hold">
                      <p:stCondLst>
                        <p:cond delay="0"/>
                      </p:stCondLst>
                      <p:childTnLst>
                        <p:par>
                          <p:cTn id="437" fill="hold">
                            <p:stCondLst>
                              <p:cond delay="0"/>
                            </p:stCondLst>
                            <p:childTnLst>
                              <p:par>
                                <p:cTn id="43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0" dur="1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1" dur="1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2" dur="1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2"/>
                  </p:tgtEl>
                </p:cond>
              </p:nextCondLst>
            </p:seq>
            <p:seq concurrent="1" nextAc="seek">
              <p:cTn id="443" restart="whenNotActive" fill="hold" evtFilter="cancelBubble" nodeType="interactiveSeq">
                <p:stCondLst>
                  <p:cond evt="onClick" delay="0">
                    <p:tgtEl>
                      <p:spTgt spid="1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4" fill="hold">
                      <p:stCondLst>
                        <p:cond delay="0"/>
                      </p:stCondLst>
                      <p:childTnLst>
                        <p:par>
                          <p:cTn id="445" fill="hold">
                            <p:stCondLst>
                              <p:cond delay="0"/>
                            </p:stCondLst>
                            <p:childTnLst>
                              <p:par>
                                <p:cTn id="44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8" dur="1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9" dur="1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0" dur="1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5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BA1E0-D9FE-2377-A364-C0C9B0B53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EFA16F02-62F7-387F-465C-436527F63275}"/>
              </a:ext>
            </a:extLst>
          </p:cNvPr>
          <p:cNvSpPr/>
          <p:nvPr/>
        </p:nvSpPr>
        <p:spPr>
          <a:xfrm>
            <a:off x="2628000" y="-172800"/>
            <a:ext cx="6937829" cy="1146629"/>
          </a:xfrm>
          <a:prstGeom prst="roundRect">
            <a:avLst/>
          </a:prstGeom>
          <a:solidFill>
            <a:srgbClr val="E8F0FE"/>
          </a:solidFill>
          <a:ln>
            <a:solidFill>
              <a:srgbClr val="E8F0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>
                <a:solidFill>
                  <a:srgbClr val="808080"/>
                </a:solidFill>
              </a:rPr>
              <a:t>Well, look who failed the captcha</a:t>
            </a:r>
            <a:endParaRPr lang="es-EC" dirty="0">
              <a:solidFill>
                <a:srgbClr val="808080"/>
              </a:solidFill>
            </a:endParaRP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BE37DA8B-6CEA-3272-AF6A-4E5CB0525F98}"/>
              </a:ext>
            </a:extLst>
          </p:cNvPr>
          <p:cNvSpPr/>
          <p:nvPr/>
        </p:nvSpPr>
        <p:spPr>
          <a:xfrm>
            <a:off x="2627085" y="-158341"/>
            <a:ext cx="6937829" cy="1146629"/>
          </a:xfrm>
          <a:prstGeom prst="roundRect">
            <a:avLst/>
          </a:prstGeom>
          <a:solidFill>
            <a:srgbClr val="E8F0FE"/>
          </a:solidFill>
          <a:ln>
            <a:solidFill>
              <a:srgbClr val="E8F0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>
                <a:solidFill>
                  <a:srgbClr val="808080"/>
                </a:solidFill>
              </a:rPr>
              <a:t>I sense robots here</a:t>
            </a:r>
            <a:endParaRPr lang="es-EC" dirty="0">
              <a:solidFill>
                <a:srgbClr val="808080"/>
              </a:solidFill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BC58813B-88F3-E8AD-B5EE-480096A05232}"/>
              </a:ext>
            </a:extLst>
          </p:cNvPr>
          <p:cNvSpPr/>
          <p:nvPr/>
        </p:nvSpPr>
        <p:spPr>
          <a:xfrm>
            <a:off x="2627084" y="-172801"/>
            <a:ext cx="6937829" cy="1146629"/>
          </a:xfrm>
          <a:prstGeom prst="roundRect">
            <a:avLst/>
          </a:prstGeom>
          <a:solidFill>
            <a:srgbClr val="E8F0FE"/>
          </a:solidFill>
          <a:ln>
            <a:solidFill>
              <a:srgbClr val="E8F0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>
                <a:solidFill>
                  <a:srgbClr val="808080"/>
                </a:solidFill>
              </a:rPr>
              <a:t>I can’t be sure, here’s another captcha</a:t>
            </a:r>
            <a:endParaRPr lang="es-EC" dirty="0">
              <a:solidFill>
                <a:srgbClr val="808080"/>
              </a:solidFill>
            </a:endParaRP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0E56F866-9B08-50BA-4471-7050A80D4F39}"/>
              </a:ext>
            </a:extLst>
          </p:cNvPr>
          <p:cNvSpPr/>
          <p:nvPr/>
        </p:nvSpPr>
        <p:spPr>
          <a:xfrm>
            <a:off x="2627083" y="-172801"/>
            <a:ext cx="6937829" cy="1146629"/>
          </a:xfrm>
          <a:prstGeom prst="roundRect">
            <a:avLst/>
          </a:prstGeom>
          <a:solidFill>
            <a:srgbClr val="E8F0FE"/>
          </a:solidFill>
          <a:ln>
            <a:solidFill>
              <a:srgbClr val="E8F0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>
                <a:solidFill>
                  <a:srgbClr val="808080"/>
                </a:solidFill>
              </a:rPr>
              <a:t>We’ll see if you can solve it!</a:t>
            </a:r>
            <a:endParaRPr lang="es-EC" dirty="0">
              <a:solidFill>
                <a:srgbClr val="808080"/>
              </a:solidFill>
            </a:endParaRPr>
          </a:p>
        </p:txBody>
      </p:sp>
      <p:sp>
        <p:nvSpPr>
          <p:cNvPr id="6" name="Header">
            <a:extLst>
              <a:ext uri="{FF2B5EF4-FFF2-40B4-BE49-F238E27FC236}">
                <a16:creationId xmlns:a16="http://schemas.microsoft.com/office/drawing/2014/main" id="{DAB4A6F9-620A-BE56-6CCD-6CDBAAFB44A0}"/>
              </a:ext>
            </a:extLst>
          </p:cNvPr>
          <p:cNvSpPr/>
          <p:nvPr/>
        </p:nvSpPr>
        <p:spPr>
          <a:xfrm>
            <a:off x="3948653" y="282212"/>
            <a:ext cx="4041099" cy="1349115"/>
          </a:xfrm>
          <a:prstGeom prst="rect">
            <a:avLst/>
          </a:prstGeom>
          <a:solidFill>
            <a:srgbClr val="3986D8"/>
          </a:solidFill>
          <a:ln>
            <a:solidFill>
              <a:srgbClr val="398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000"/>
            <a:r>
              <a:rPr lang="es-ES" sz="1600" b="1" dirty="0" err="1">
                <a:latin typeface="Roboto" panose="02000000000000000000" pitchFamily="2" charset="0"/>
                <a:ea typeface="Roboto" panose="02000000000000000000" pitchFamily="2" charset="0"/>
              </a:rPr>
              <a:t>To</a:t>
            </a:r>
            <a:r>
              <a:rPr lang="es-ES" sz="1600" b="1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ES" sz="1600" b="1" dirty="0" err="1">
                <a:latin typeface="Roboto" panose="02000000000000000000" pitchFamily="2" charset="0"/>
                <a:ea typeface="Roboto" panose="02000000000000000000" pitchFamily="2" charset="0"/>
              </a:rPr>
              <a:t>proceed</a:t>
            </a:r>
            <a:endParaRPr lang="es-ES" sz="1600" b="1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180000"/>
            <a:r>
              <a:rPr lang="es-ES" sz="2800" b="1" dirty="0" err="1">
                <a:latin typeface="Roboto" panose="02000000000000000000" pitchFamily="2" charset="0"/>
                <a:ea typeface="Roboto" panose="02000000000000000000" pitchFamily="2" charset="0"/>
              </a:rPr>
              <a:t>click</a:t>
            </a:r>
            <a:r>
              <a:rPr lang="es-ES" sz="2800" b="1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ES" sz="2800" b="1" dirty="0" err="1">
                <a:latin typeface="Roboto" panose="02000000000000000000" pitchFamily="2" charset="0"/>
                <a:ea typeface="Roboto" panose="02000000000000000000" pitchFamily="2" charset="0"/>
              </a:rPr>
              <a:t>on</a:t>
            </a:r>
            <a:r>
              <a:rPr lang="es-ES" sz="2800" b="1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ES" sz="2800" b="1" dirty="0" err="1">
                <a:latin typeface="Roboto" panose="02000000000000000000" pitchFamily="2" charset="0"/>
                <a:ea typeface="Roboto" panose="02000000000000000000" pitchFamily="2" charset="0"/>
              </a:rPr>
              <a:t>the</a:t>
            </a:r>
            <a:r>
              <a:rPr lang="es-ES" sz="2800" b="1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ES" sz="2800" b="1" dirty="0" err="1">
                <a:latin typeface="Roboto" panose="02000000000000000000" pitchFamily="2" charset="0"/>
                <a:ea typeface="Roboto" panose="02000000000000000000" pitchFamily="2" charset="0"/>
              </a:rPr>
              <a:t>zebra</a:t>
            </a:r>
            <a:endParaRPr lang="es-ES" sz="2800" b="1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180000"/>
            <a:r>
              <a:rPr lang="es-ES" sz="1600" b="1" dirty="0" err="1">
                <a:latin typeface="Roboto" panose="02000000000000000000" pitchFamily="2" charset="0"/>
                <a:ea typeface="Roboto" panose="02000000000000000000" pitchFamily="2" charset="0"/>
              </a:rPr>
              <a:t>If</a:t>
            </a:r>
            <a:r>
              <a:rPr lang="es-ES" sz="1600" b="1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ES" sz="1600" b="1" dirty="0" err="1">
                <a:latin typeface="Roboto" panose="02000000000000000000" pitchFamily="2" charset="0"/>
                <a:ea typeface="Roboto" panose="02000000000000000000" pitchFamily="2" charset="0"/>
              </a:rPr>
              <a:t>there</a:t>
            </a:r>
            <a:r>
              <a:rPr lang="es-ES" sz="1600" b="1" dirty="0">
                <a:latin typeface="Roboto" panose="02000000000000000000" pitchFamily="2" charset="0"/>
                <a:ea typeface="Roboto" panose="02000000000000000000" pitchFamily="2" charset="0"/>
              </a:rPr>
              <a:t> are </a:t>
            </a:r>
            <a:r>
              <a:rPr lang="es-ES" sz="1600" b="1" dirty="0" err="1">
                <a:latin typeface="Roboto" panose="02000000000000000000" pitchFamily="2" charset="0"/>
                <a:ea typeface="Roboto" panose="02000000000000000000" pitchFamily="2" charset="0"/>
              </a:rPr>
              <a:t>none</a:t>
            </a:r>
            <a:r>
              <a:rPr lang="es-ES" sz="1600" b="1" dirty="0"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s-ES" sz="1600" b="1" dirty="0" err="1">
                <a:latin typeface="Roboto" panose="02000000000000000000" pitchFamily="2" charset="0"/>
                <a:ea typeface="Roboto" panose="02000000000000000000" pitchFamily="2" charset="0"/>
              </a:rPr>
              <a:t>click</a:t>
            </a:r>
            <a:r>
              <a:rPr lang="es-ES" sz="1600" b="1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ES" sz="1600" b="1" dirty="0" err="1">
                <a:latin typeface="Roboto" panose="02000000000000000000" pitchFamily="2" charset="0"/>
                <a:ea typeface="Roboto" panose="02000000000000000000" pitchFamily="2" charset="0"/>
              </a:rPr>
              <a:t>skip</a:t>
            </a:r>
            <a:endParaRPr lang="es-EC" sz="16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20" name="Header">
            <a:hlinkClick r:id="rId2" action="ppaction://hlinksldjump"/>
            <a:extLst>
              <a:ext uri="{FF2B5EF4-FFF2-40B4-BE49-F238E27FC236}">
                <a16:creationId xmlns:a16="http://schemas.microsoft.com/office/drawing/2014/main" id="{0358D061-4FFB-7A04-F990-B5BF10A3D404}"/>
              </a:ext>
            </a:extLst>
          </p:cNvPr>
          <p:cNvSpPr/>
          <p:nvPr/>
        </p:nvSpPr>
        <p:spPr>
          <a:xfrm>
            <a:off x="7010652" y="5854700"/>
            <a:ext cx="979100" cy="406400"/>
          </a:xfrm>
          <a:prstGeom prst="rect">
            <a:avLst/>
          </a:prstGeom>
          <a:solidFill>
            <a:srgbClr val="3986D8"/>
          </a:solidFill>
          <a:ln>
            <a:solidFill>
              <a:srgbClr val="398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000"/>
            <a:r>
              <a:rPr lang="es-ES" sz="1600" b="1" dirty="0">
                <a:latin typeface="Roboto" panose="02000000000000000000" pitchFamily="2" charset="0"/>
                <a:ea typeface="Roboto" panose="02000000000000000000" pitchFamily="2" charset="0"/>
              </a:rPr>
              <a:t>SKIP</a:t>
            </a:r>
          </a:p>
        </p:txBody>
      </p:sp>
      <p:pic>
        <p:nvPicPr>
          <p:cNvPr id="121" name="Replay animation" descr="&lt;svg xmlns=&quot;http://www.w3.org/2000/svg&quot; height=&quot;24px&quot; viewBox=&quot;0 -960 960 960&quot; width=&quot;24px&quot; fill=&quot;#808080&quot;&gt;&lt;path d=&quot;M480-160q-134 0-227-93t-93-227q0-134 93-227t227-93q69 0 132 28.5T720-690v-110h80v280H520v-80h168q-32-56-87.5-88T480-720q-100 0-170 70t-70 170q0 100 70 170t170 70q77 0 139-44t87-116h84q-28 106-114 173t-196 67Z&quot;/&gt;&lt;/svg&gt;">
            <a:extLst>
              <a:ext uri="{FF2B5EF4-FFF2-40B4-BE49-F238E27FC236}">
                <a16:creationId xmlns:a16="http://schemas.microsoft.com/office/drawing/2014/main" id="{C5568205-83D9-14DB-FF82-3A99E2D6EA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5980" y="5833376"/>
            <a:ext cx="427724" cy="427724"/>
          </a:xfrm>
          <a:prstGeom prst="rect">
            <a:avLst/>
          </a:prstGeom>
        </p:spPr>
      </p:pic>
      <p:pic>
        <p:nvPicPr>
          <p:cNvPr id="122" name="Music on" descr="&lt;svg xmlns=&quot;http://www.w3.org/2000/svg&quot; height=&quot;24px&quot; viewBox=&quot;0 -960 960 960&quot; width=&quot;24px&quot; fill=&quot;#000000&quot;&gt;&lt;path d=&quot;M360-120H200q-33 0-56.5-23.5T120-200v-280q0-75 28.5-140.5t77-114q48.5-48.5 114-77T480-840q75 0 140.5 28.5t114 77q48.5 48.5 77 114T840-480v280q0 33-23.5 56.5T760-120H600v-320h160v-40q0-117-81.5-198.5T480-760q-117 0-198.5 81.5T200-480v40h160v320Zm-80-240h-80v160h80v-160Zm400 0v160h80v-160h-80Zm-400 0h-80 80Zm400 0h80-80Z&quot;/&gt;&lt;/svg&gt;">
            <a:hlinkClick r:id="" action="ppaction://noaction" endSnd="1"/>
            <a:extLst>
              <a:ext uri="{FF2B5EF4-FFF2-40B4-BE49-F238E27FC236}">
                <a16:creationId xmlns:a16="http://schemas.microsoft.com/office/drawing/2014/main" id="{654E44E1-4542-D622-FEE6-92729F45B7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6107" y="5854701"/>
            <a:ext cx="392136" cy="392136"/>
          </a:xfrm>
          <a:prstGeom prst="rect">
            <a:avLst/>
          </a:prstGeom>
        </p:spPr>
      </p:pic>
      <p:pic>
        <p:nvPicPr>
          <p:cNvPr id="123" name="Zebra" descr="Zebra running isolated on transparent background 59535946 PNG">
            <a:hlinkClick r:id="rId5" action="ppaction://hlinksldjump"/>
            <a:extLst>
              <a:ext uri="{FF2B5EF4-FFF2-40B4-BE49-F238E27FC236}">
                <a16:creationId xmlns:a16="http://schemas.microsoft.com/office/drawing/2014/main" id="{BD998AB7-6BA3-7408-4194-8CD35996FA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9202" y="2691477"/>
            <a:ext cx="979100" cy="737523"/>
          </a:xfrm>
          <a:prstGeom prst="rect">
            <a:avLst/>
          </a:prstGeom>
        </p:spPr>
      </p:pic>
      <p:pic>
        <p:nvPicPr>
          <p:cNvPr id="124" name="Puppy" descr="Dog PNG, Dog Transparent Background - FreeIconsPNG">
            <a:hlinkClick r:id="rId2" action="ppaction://hlinksldjump"/>
            <a:extLst>
              <a:ext uri="{FF2B5EF4-FFF2-40B4-BE49-F238E27FC236}">
                <a16:creationId xmlns:a16="http://schemas.microsoft.com/office/drawing/2014/main" id="{1A0758B1-5C86-6729-029D-D6EF4E82CF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13514" y="2071880"/>
            <a:ext cx="495813" cy="737523"/>
          </a:xfrm>
          <a:prstGeom prst="rect">
            <a:avLst/>
          </a:prstGeom>
        </p:spPr>
      </p:pic>
      <p:pic>
        <p:nvPicPr>
          <p:cNvPr id="125" name="Ginger" descr="Cat Png Transparent HQ PNG Download | FreePNGimg">
            <a:hlinkClick r:id="rId2" action="ppaction://hlinksldjump"/>
            <a:extLst>
              <a:ext uri="{FF2B5EF4-FFF2-40B4-BE49-F238E27FC236}">
                <a16:creationId xmlns:a16="http://schemas.microsoft.com/office/drawing/2014/main" id="{8C1D87AE-5E07-C517-7A65-31155B8DA23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28243" y="4273207"/>
            <a:ext cx="495813" cy="595201"/>
          </a:xfrm>
          <a:prstGeom prst="rect">
            <a:avLst/>
          </a:prstGeom>
        </p:spPr>
      </p:pic>
      <p:pic>
        <p:nvPicPr>
          <p:cNvPr id="126" name="Horsey" descr="Horse Png PNGs for Free Download">
            <a:hlinkClick r:id="rId2" action="ppaction://hlinksldjump"/>
            <a:extLst>
              <a:ext uri="{FF2B5EF4-FFF2-40B4-BE49-F238E27FC236}">
                <a16:creationId xmlns:a16="http://schemas.microsoft.com/office/drawing/2014/main" id="{0EBF0724-61A1-9821-88C0-F77DF129C7F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66943" y="4273207"/>
            <a:ext cx="722809" cy="722809"/>
          </a:xfrm>
          <a:prstGeom prst="rect">
            <a:avLst/>
          </a:prstGeom>
        </p:spPr>
      </p:pic>
      <p:pic>
        <p:nvPicPr>
          <p:cNvPr id="127" name="Monkey">
            <a:hlinkClick r:id="rId2" action="ppaction://hlinksldjump"/>
            <a:extLst>
              <a:ext uri="{FF2B5EF4-FFF2-40B4-BE49-F238E27FC236}">
                <a16:creationId xmlns:a16="http://schemas.microsoft.com/office/drawing/2014/main" id="{84ECA3F0-25EE-6E20-4C78-AFD04C33FFD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11376" y="2833799"/>
            <a:ext cx="793601" cy="595201"/>
          </a:xfrm>
          <a:prstGeom prst="rect">
            <a:avLst/>
          </a:prstGeom>
        </p:spPr>
      </p:pic>
      <p:pic>
        <p:nvPicPr>
          <p:cNvPr id="128" name="Elephant" descr="Elephant Transparent PNG Image">
            <a:hlinkClick r:id="rId2" action="ppaction://hlinksldjump"/>
            <a:extLst>
              <a:ext uri="{FF2B5EF4-FFF2-40B4-BE49-F238E27FC236}">
                <a16:creationId xmlns:a16="http://schemas.microsoft.com/office/drawing/2014/main" id="{251A0BDB-9C3D-A8D7-EBA3-32BD55F5CAA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73587" y="3429000"/>
            <a:ext cx="1039927" cy="737523"/>
          </a:xfrm>
          <a:prstGeom prst="rect">
            <a:avLst/>
          </a:prstGeom>
        </p:spPr>
      </p:pic>
      <p:sp>
        <p:nvSpPr>
          <p:cNvPr id="131" name="Timer">
            <a:extLst>
              <a:ext uri="{FF2B5EF4-FFF2-40B4-BE49-F238E27FC236}">
                <a16:creationId xmlns:a16="http://schemas.microsoft.com/office/drawing/2014/main" id="{561C946A-67CA-9754-A409-4E8C68602D3A}"/>
              </a:ext>
            </a:extLst>
          </p:cNvPr>
          <p:cNvSpPr/>
          <p:nvPr/>
        </p:nvSpPr>
        <p:spPr>
          <a:xfrm>
            <a:off x="9722952" y="414973"/>
            <a:ext cx="1259080" cy="125908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grpSp>
        <p:nvGrpSpPr>
          <p:cNvPr id="136" name="Grupo 135">
            <a:extLst>
              <a:ext uri="{FF2B5EF4-FFF2-40B4-BE49-F238E27FC236}">
                <a16:creationId xmlns:a16="http://schemas.microsoft.com/office/drawing/2014/main" id="{FE0372C6-1C2E-A2DA-4C13-64214BECF34D}"/>
              </a:ext>
            </a:extLst>
          </p:cNvPr>
          <p:cNvGrpSpPr/>
          <p:nvPr/>
        </p:nvGrpSpPr>
        <p:grpSpPr>
          <a:xfrm>
            <a:off x="2987484" y="2243183"/>
            <a:ext cx="6049923" cy="2072534"/>
            <a:chOff x="2987484" y="2243183"/>
            <a:chExt cx="6049923" cy="2072534"/>
          </a:xfrm>
        </p:grpSpPr>
        <p:sp>
          <p:nvSpPr>
            <p:cNvPr id="133" name="Play button text and rectangle">
              <a:hlinkClick r:id="rId2" action="ppaction://hlinksldjump"/>
              <a:extLst>
                <a:ext uri="{FF2B5EF4-FFF2-40B4-BE49-F238E27FC236}">
                  <a16:creationId xmlns:a16="http://schemas.microsoft.com/office/drawing/2014/main" id="{C63220DB-C89A-C365-500F-9BAD282A064F}"/>
                </a:ext>
              </a:extLst>
            </p:cNvPr>
            <p:cNvSpPr/>
            <p:nvPr/>
          </p:nvSpPr>
          <p:spPr>
            <a:xfrm>
              <a:off x="2987484" y="2243183"/>
              <a:ext cx="6049923" cy="2072534"/>
            </a:xfrm>
            <a:prstGeom prst="roundRect">
              <a:avLst>
                <a:gd name="adj" fmla="val 3125"/>
              </a:avLst>
            </a:prstGeom>
            <a:solidFill>
              <a:srgbClr val="F76E63"/>
            </a:solidFill>
            <a:ln>
              <a:solidFill>
                <a:srgbClr val="E8F0F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2"/>
              <a:r>
                <a:rPr lang="es-ES" sz="2400" b="1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You </a:t>
              </a:r>
              <a:r>
                <a:rPr lang="es-ES" sz="2400" b="1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couldn’t</a:t>
              </a:r>
              <a:r>
                <a:rPr lang="es-ES" sz="2400" b="1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s-ES" sz="2400" b="1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click</a:t>
              </a:r>
              <a:r>
                <a:rPr lang="es-ES" sz="2400" b="1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s-ES" sz="2400" b="1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on</a:t>
              </a:r>
              <a:r>
                <a:rPr lang="es-ES" sz="2400" b="1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s-ES" sz="2400" b="1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the</a:t>
              </a:r>
              <a:r>
                <a:rPr lang="es-ES" sz="2400" b="1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s-ES" sz="2400" b="1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zebra</a:t>
              </a:r>
              <a:r>
                <a:rPr lang="es-ES" sz="2400" b="1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…</a:t>
              </a:r>
              <a:endParaRPr lang="es-EC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pic>
          <p:nvPicPr>
            <p:cNvPr id="134" name="Imagen 133" descr="&lt;svg xmlns=&quot;http://www.w3.org/2000/svg&quot; height=&quot;24px&quot; viewBox=&quot;0 -960 960 960&quot; width=&quot;24px&quot; fill=&quot;#303F9F&quot;&gt;&lt;path d=&quot;M440-280h80v-240h-80v240Zm68.5-331.5Q520-623 520-640t-11.5-28.5Q497-680 480-680t-28.5 11.5Q440-657 440-640t11.5 28.5Q463-600 480-600t28.5-11.5ZM480-80q-83 0-156-31.5T197-197q-54-54-85.5-127T80-480q0-83 31.5-156T197-763q54-54 127-85.5T480-880q83 0 156 31.5T763-763q54 54 85.5 127T880-480q0 83-31.5 156T763-197q-54 54-127 85.5T480-80Zm0-80q134 0 227-93t93-227q0-134-93-227t-227-93q-134 0-227 93t-93 227q0 134 93 227t227 93Zm0-320Z&quot;/&gt;&lt;/svg&gt;">
              <a:hlinkClick r:id="rId2" action="ppaction://hlinksldjump"/>
              <a:extLst>
                <a:ext uri="{FF2B5EF4-FFF2-40B4-BE49-F238E27FC236}">
                  <a16:creationId xmlns:a16="http://schemas.microsoft.com/office/drawing/2014/main" id="{278C5CF1-0EFE-06A1-9BA1-D87A354984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duotone>
                <a:prstClr val="black"/>
                <a:srgbClr val="D9C3A5">
                  <a:tint val="50000"/>
                  <a:satMod val="180000"/>
                </a:srgbClr>
              </a:duotone>
            </a:blip>
            <a:stretch>
              <a:fillRect/>
            </a:stretch>
          </p:blipFill>
          <p:spPr>
            <a:xfrm>
              <a:off x="3276349" y="3057839"/>
              <a:ext cx="576000" cy="576000"/>
            </a:xfrm>
            <a:prstGeom prst="rect">
              <a:avLst/>
            </a:prstGeom>
            <a:solidFill>
              <a:srgbClr val="F76E63"/>
            </a:solidFill>
          </p:spPr>
        </p:pic>
        <p:sp>
          <p:nvSpPr>
            <p:cNvPr id="135" name="CuadroTexto 134">
              <a:hlinkClick r:id="rId2" action="ppaction://hlinksldjump"/>
              <a:extLst>
                <a:ext uri="{FF2B5EF4-FFF2-40B4-BE49-F238E27FC236}">
                  <a16:creationId xmlns:a16="http://schemas.microsoft.com/office/drawing/2014/main" id="{9509CD1C-F989-7117-0C0E-02158F487548}"/>
                </a:ext>
              </a:extLst>
            </p:cNvPr>
            <p:cNvSpPr txBox="1"/>
            <p:nvPr/>
          </p:nvSpPr>
          <p:spPr>
            <a:xfrm>
              <a:off x="3929522" y="3454393"/>
              <a:ext cx="31671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400" b="1" i="1" dirty="0">
                  <a:solidFill>
                    <a:schemeClr val="bg2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Click me </a:t>
              </a:r>
              <a:r>
                <a:rPr lang="es-ES" sz="1400" b="1" i="1" dirty="0" err="1">
                  <a:solidFill>
                    <a:schemeClr val="bg2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to</a:t>
              </a:r>
              <a:r>
                <a:rPr lang="es-ES" sz="1400" b="1" i="1" dirty="0">
                  <a:solidFill>
                    <a:schemeClr val="bg2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s-ES" sz="1400" b="1" i="1" dirty="0" err="1">
                  <a:solidFill>
                    <a:schemeClr val="bg2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proceed</a:t>
              </a:r>
              <a:endParaRPr lang="es-EC" sz="1400" b="1" i="1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  <p:sp>
        <p:nvSpPr>
          <p:cNvPr id="137" name="Rectángulo 136">
            <a:hlinkClick r:id="rId5" action="ppaction://hlinksldjump"/>
            <a:extLst>
              <a:ext uri="{FF2B5EF4-FFF2-40B4-BE49-F238E27FC236}">
                <a16:creationId xmlns:a16="http://schemas.microsoft.com/office/drawing/2014/main" id="{6C10875E-DF31-C1EA-0F16-8A05E34D190B}"/>
              </a:ext>
            </a:extLst>
          </p:cNvPr>
          <p:cNvSpPr/>
          <p:nvPr/>
        </p:nvSpPr>
        <p:spPr>
          <a:xfrm>
            <a:off x="551543" y="5994400"/>
            <a:ext cx="1502155" cy="609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DEV BUTN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14823091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>
        <p:fade/>
      </p:transition>
    </mc:Choice>
    <mc:Fallback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8000"/>
                            </p:stCondLst>
                            <p:childTnLst>
                              <p:par>
                                <p:cTn id="22" presetID="1" presetClass="exit" presetSubtype="0" fill="hold" grpId="1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2" presetClass="exit" presetSubtype="1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5" dur="54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9" presetClass="emph" presetSubtype="0" fill="hold" grpId="1" nodeType="withEffect">
                                  <p:stCondLst>
                                    <p:cond delay="390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7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68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9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0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7" presetClass="emph" presetSubtype="2" fill="hold" nodeType="withEffect">
                                  <p:stCondLst>
                                    <p:cond delay="3900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3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0" presetClass="path" presetSubtype="0" autoRev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1067 0.01297 L 0.01067 0.01297 C 0.02955 -0.00185 0.01354 0.01204 0.03216 -0.0081 C 0.03567 -0.01203 0.03945 -0.01458 0.04284 -0.01875 C 0.06888 -0.05046 0.03607 -0.0155 0.05833 -0.03981 C 0.06823 -0.05069 0.06562 -0.04675 0.07617 -0.05671 C 0.08802 -0.06805 0.08528 -0.06805 0.10117 -0.08009 C 0.10403 -0.08217 0.10664 -0.08472 0.1095 -0.08634 C 0.11666 -0.09074 0.12122 -0.09143 0.12851 -0.09282 C 0.13255 -0.09351 0.13646 -0.09421 0.14049 -0.0949 C 0.15794 -0.09421 0.17552 -0.09722 0.19284 -0.09282 C 0.1987 -0.09143 0.20312 -0.08263 0.20833 -0.078 C 0.22031 -0.06736 0.21927 -0.07175 0.23099 -0.05671 C 0.23828 -0.04745 0.247 -0.04004 0.25234 -0.02708 C 0.26627 0.00579 0.26041 -0.01134 0.27031 0.02362 C 0.2707 0.02987 0.27083 0.03635 0.27148 0.0426 C 0.27213 0.04977 0.27317 0.05672 0.27383 0.06389 C 0.27474 0.07292 0.27539 0.08218 0.27617 0.09144 C 0.27539 0.11806 0.27552 0.14514 0.27383 0.17176 C 0.27317 0.18195 0.27187 0.19237 0.26901 0.20139 C 0.25846 0.23565 0.25 0.25857 0.23216 0.27755 C 0.22773 0.28241 0.22278 0.28542 0.21784 0.2882 C 0.20729 0.29445 0.19661 0.30116 0.18567 0.3051 C 0.17552 0.3088 0.1651 0.3095 0.15482 0.31158 C 0.10859 0.30903 0.12604 0.31227 0.08216 0.30093 C 0.0789 0.3 0.05325 0.29306 0.04648 0.29028 C 0.0233 0.28102 0.04349 0.28565 0.02018 0.28195 C 0.00078 0.28264 -0.01862 0.28218 -0.03815 0.28403 C -0.04688 0.28473 -0.05026 0.29028 -0.05834 0.29468 C -0.06185 0.2963 -0.0655 0.297 -0.06901 0.29885 C -0.08138 0.30487 -0.09362 0.31158 -0.10599 0.31783 C -0.11185 0.32084 -0.11784 0.32362 -0.12383 0.32639 C -0.13177 0.32987 -0.13972 0.33311 -0.14766 0.33681 C -0.16146 0.34375 -0.17383 0.35093 -0.18815 0.35394 C -0.19597 0.35533 -0.20404 0.35533 -0.21185 0.35602 C -0.23646 0.35394 -0.2612 0.35325 -0.28568 0.34954 C -0.28906 0.34908 -0.29232 0.34653 -0.29531 0.34329 C -0.30391 0.33357 -0.31198 0.322 -0.32031 0.31158 C -0.32422 0.30024 -0.32891 0.28959 -0.33216 0.27755 C -0.33776 0.25695 -0.34063 0.22801 -0.33099 0.20788 C -0.32435 0.19399 -0.27591 0.18681 -0.275 0.18658 C -0.26029 0.18797 -0.24531 0.18542 -0.23099 0.19075 C -0.22422 0.19329 -0.21927 0.20417 -0.21315 0.20996 C -0.20222 0.22038 -0.19037 0.22801 -0.17982 0.23959 C -0.17331 0.24653 -0.1681 0.25695 -0.16185 0.26482 C -0.1474 0.28357 -0.12344 0.31413 -0.10482 0.32848 C -0.07878 0.34815 -0.05456 0.36343 -0.02617 0.36875 C -0.00925 0.37176 0.00794 0.37014 0.025 0.37084 C 0.04049 0.36875 0.05612 0.36945 0.07148 0.36436 C 0.0845 0.36019 0.097 0.35139 0.1095 0.34329 C 0.14349 0.32107 0.15234 0.31551 0.17851 0.27963 C 0.18216 0.275 0.18515 0.26875 0.18815 0.26274 C 0.19752 0.24352 0.20846 0.22593 0.21549 0.20348 L 0.23932 0.12732 C 0.24088 0.1125 0.24362 0.09792 0.24401 0.08288 C 0.24492 0.05487 0.24127 0.04306 0.23216 0.02153 C 0.22982 0.01598 0.22656 0.01158 0.22383 0.00672 C 0.21745 0.01088 0.21054 0.01297 0.20482 0.01945 C 0.2 0.02454 0.197 0.0338 0.19284 0.04051 C 0.18307 0.05672 0.15026 0.1044 0.14401 0.11042 C 0.13971 0.11459 0.13541 0.11922 0.13099 0.12315 C 0.11875 0.13357 0.09909 0.14723 0.08685 0.15487 C 0.07825 0.16019 0.06953 0.16551 0.06067 0.16968 C 0.04062 0.17894 0.03268 0.17894 0.01185 0.18241 C -0.00352 0.18102 -0.02162 0.19329 -0.03451 0.17825 C -0.03568 0.17686 -0.0487 0.10649 -0.05235 0.08704 C -0.0556 0.04746 -0.05795 0.03426 -0.05117 -0.01458 C -0.04922 -0.02916 -0.04531 -0.04421 -0.03933 -0.05462 C -0.0043 -0.1155 -0.00651 -0.1118 0.02148 -0.12662 C 0.04661 -0.0875 0.0112 -0.14907 0.03567 -0.05046 C 0.04049 -0.03125 0.04896 -0.01458 0.05833 -0.00185 C 0.06276 0.00417 0.0694 0.00093 0.075 0.00255 C 0.10403 -0.01296 0.11328 -0.01481 0.14284 -0.05254 C 0.15065 -0.0625 0.1556 -0.078 0.16185 -0.09074 C 0.16367 -0.10694 0.16823 -0.13449 0.16432 -0.15208 C 0.1595 -0.17337 0.14896 -0.18472 0.13815 -0.19444 C 0.13476 -0.19745 0.13099 -0.19861 0.12734 -0.20069 C 0.10768 -0.19652 0.10234 -0.19699 0.08216 -0.18587 C 0.03463 -0.16018 0.05117 -0.16111 -0.00599 -0.11828 C -0.03607 -0.0956 -0.0763 -0.06226 -0.10951 -0.04629 C -0.12878 -0.03703 -0.14258 -0.03726 -0.16185 -0.03564 C -0.17735 -0.03842 -0.19362 -0.03495 -0.20834 -0.04421 C -0.21693 -0.04953 -0.22748 -0.07546 -0.23099 -0.09282 C -0.23295 -0.10254 -0.23412 -0.1125 -0.23568 -0.12245 C -0.23516 -0.1449 -0.23998 -0.15972 -0.23099 -0.17106 C -0.22956 -0.17291 -0.22774 -0.17384 -0.22617 -0.17546 C -0.22227 -0.17245 -0.21758 -0.17175 -0.21433 -0.16689 C -0.20873 -0.15856 -0.21459 -0.13032 -0.2155 -0.12662 C -0.21888 -0.11203 -0.22995 -0.08842 -0.23685 -0.08009 C -0.24818 -0.06666 -0.25925 -0.0625 -0.27149 -0.05462 C -0.28216 -0.04791 -0.30365 -0.03356 -0.30365 -0.03356 C -0.33412 0.00718 -0.33985 0.00834 -0.36315 0.07223 C -0.36745 0.08426 -0.36862 0.09908 -0.37149 0.1125 C -0.3711 0.12524 -0.37188 0.1382 -0.37031 0.1507 C -0.3694 0.15718 -0.36667 0.1625 -0.36433 0.1676 C -0.3461 0.20556 -0.34531 0.19653 -0.31315 0.22038 C -0.29649 0.20487 -0.27748 0.19538 -0.26315 0.17385 C -0.25404 0.16019 -0.25052 0.13774 -0.24531 0.11899 C -0.23815 0.09375 -0.23373 0.05973 -0.22383 0.03635 C -0.21875 0.02431 -0.21341 0.01158 -0.20599 0.00463 C -0.1961 -0.00462 -0.18451 -0.00532 -0.17383 -0.01018 C -0.16862 -0.0074 -0.16263 -0.00763 -0.15834 -0.00185 C -0.1513 0.00764 -0.1418 0.05186 -0.13933 0.06181 C -0.1362 0.13195 -0.13828 0.06644 -0.14401 0.20788 C -0.14479 0.22616 -0.14479 0.24445 -0.14518 0.26274 C -0.14401 0.27269 -0.14505 0.2845 -0.14167 0.29237 C -0.13698 0.30325 -0.12982 0.31065 -0.12266 0.31575 C -0.07305 0.35186 -0.07487 0.34514 -0.02735 0.34746 C -0.00938 0.30093 -0.01016 0.31181 -0.00482 0.23959 C -0.00143 0.19538 -0.00261 0.15024 0.00117 0.10625 C 0.00221 0.09399 0.00455 0.08079 0.0095 0.07223 C 0.01901 0.05625 0.04166 0.05834 0.05234 0.05741 C 0.07304 0.08125 0.08919 0.0963 0.10482 0.1338 C 0.11067 0.14792 0.11328 0.16575 0.11666 0.18241 C 0.13945 0.29514 0.12721 0.26297 0.14883 0.33473 C 0.15403 0.35209 0.16328 0.37963 0.175 0.38357 L 0.20117 0.3919 C 0.2138 0.3845 0.2595 0.35996 0.27031 0.34329 C 0.27812 0.33102 0.2806 0.31088 0.28567 0.29468 C 0.29284 0.24584 0.29909 0.20695 0.30364 0.15695 C 0.30612 0.12825 0.30755 0.09908 0.3095 0.07014 C 0.30963 0.06621 0.31198 -0.01712 0.31198 -0.01875 C 0.31067 -0.03564 0.30703 -0.05162 0.30364 -0.06736 C 0.30026 -0.08263 0.29609 -0.09745 0.29166 -0.1118 C 0.28815 -0.12361 0.28424 -0.13518 0.27982 -0.14583 C 0.27396 -0.15972 0.25833 -0.17986 0.25117 -0.18587 C 0.23971 -0.1956 0.22148 -0.20254 0.20833 -0.20717 C 0.20195 -0.20925 0.1957 -0.21342 0.18932 -0.21342 L -0.26433 -0.2155 C -0.28789 -0.21736 -0.31641 -0.22037 -0.33933 -0.2155 C -0.34349 -0.21458 -0.36446 -0.19537 -0.36784 -0.19236 C -0.39896 -0.13935 -0.3888 -0.16273 -0.40235 -0.1287 C -0.39805 -0.09768 -0.39779 -0.06388 -0.38933 -0.03564 C -0.38438 -0.01921 -0.37357 -0.01064 -0.36433 -0.00185 C -0.35065 0.01135 -0.3349 0.01621 -0.32149 0.02987 L -0.31315 0.03843 C -0.31198 0.04329 -0.30925 0.04792 -0.30951 0.05325 C -0.31016 0.06575 -0.31198 0.07848 -0.3155 0.08913 C -0.31901 0.1 -0.32461 0.10834 -0.32982 0.11667 C -0.34623 0.14375 -0.35339 0.14491 -0.37266 0.17176 C -0.3875 0.1926 -0.3888 0.2044 -0.39883 0.23519 C -0.40326 0.28727 -0.4069 0.30487 -0.39649 0.36644 C -0.39492 0.37524 -0.38946 0.38125 -0.38451 0.38357 C -0.37409 0.38797 -0.36315 0.38496 -0.35235 0.38565 C -0.33972 0.37917 -0.32526 0.3794 -0.31433 0.36644 C -0.30326 0.35348 -0.29649 0.33125 -0.28933 0.31158 C -0.26914 0.25533 -0.23216 0.08797 -0.22735 0.05741 C -0.21784 -0.00324 -0.21472 -0.06828 -0.19883 -0.12453 C -0.18906 -0.15925 -0.19584 -0.14861 -0.18216 -0.16273 C -0.17904 -0.16203 -0.17526 -0.16365 -0.17266 -0.16064 C -0.15365 -0.13865 -0.15339 -0.11157 -0.14518 -0.07384 C -0.1444 -0.04768 -0.14336 -0.02152 -0.14284 0.00463 C -0.1418 0.05811 -0.1431 0.11204 -0.1405 0.16551 C -0.13985 0.17755 -0.1362 0.18843 -0.13334 0.19931 C -0.12487 0.23149 -0.11081 0.2632 -0.09284 0.27963 C -0.07826 0.29306 -0.06107 0.29375 -0.04518 0.30093 C -0.02318 0.27477 -0.02227 0.27894 -0.00834 0.21621 C 0.01732 0.1007 0.01536 0.02454 0.05716 -0.06527 C 0.06823 -0.08912 0.08086 -0.11296 0.09648 -0.12662 C 0.11015 -0.13865 0.12656 -0.13518 0.14166 -0.13935 C 0.15508 -0.13657 0.20091 -0.13541 0.21666 -0.10972 C 0.22422 -0.09768 0.22695 -0.0787 0.23216 -0.06319 C 0.23255 -0.03703 0.23528 -0.01064 0.23333 0.01505 C 0.23112 0.04468 0.21041 0.07524 0.19765 0.08496 C 0.1888 0.0919 0.17851 0.08913 0.16901 0.09144 C 0.13125 0.07176 0.12226 0.07061 0.0845 0.03426 C 0.04505 -0.0037 0.04179 -0.01921 0.0095 -0.04421 C 0.00221 -0.04976 -0.00521 -0.05648 -0.01315 -0.05902 C -0.0237 -0.06226 -0.03451 -0.06018 -0.04518 -0.06111 C -0.17058 -0.07199 -0.09584 -0.06759 -0.17852 -0.07152 C -0.21797 -0.07731 -0.23073 -0.08101 -0.27865 -0.07152 C -0.30261 -0.06689 -0.32214 -0.05115 -0.34284 -0.03148 C -0.38542 0.00903 -0.37474 -0.00902 -0.39284 0.02778 C -0.39323 0.03426 -0.39492 0.04075 -0.39401 0.047 C -0.39284 0.05556 -0.39089 0.06482 -0.38698 0.07014 C -0.3599 0.10695 -0.32774 0.10371 -0.29531 0.1125 C -0.275 0.11112 -0.25456 0.11413 -0.23451 0.10834 C -0.12357 0.07547 -0.1961 0.08172 -0.12018 0.04908 C -0.10573 0.04283 -0.09089 0.03982 -0.07617 0.03635 C -0.03438 0.02616 -0.02097 0.0294 0.02851 0.02778 C 0.09375 0.03195 0.03359 0.02223 0.09401 0.04908 C 0.12955 0.06482 0.16549 0.07709 0.20117 0.09144 C 0.21627 0.09746 0.24648 0.11042 0.24648 0.11042 C 0.24844 0.1125 0.2513 0.1132 0.25234 0.11667 C 0.25664 0.13079 0.25742 0.16227 0.25482 0.17593 C 0.24713 0.21551 0.22682 0.26783 0.20482 0.28403 C 0.18203 0.3007 0.15638 0.29954 0.13216 0.30718 C 0.10872 0.30579 0.08528 0.30649 0.06185 0.30301 C 0.03685 0.29931 0.01198 0.29144 -0.01315 0.28612 C -0.02774 0.28288 -0.04245 0.27987 -0.05716 0.27755 C -0.07617 0.27477 -0.1069 0.27269 -0.12735 0.2713 L -0.24531 0.27755 C -0.25235 0.27801 -0.25964 0.27778 -0.26667 0.27963 C -0.28021 0.28357 -0.30183 0.2963 -0.31433 0.3051 C -0.32045 0.3095 -0.32617 0.31505 -0.33216 0.31991 C -0.33568 0.32639 -0.34011 0.33149 -0.34284 0.33913 C -0.34961 0.35695 -0.34896 0.36621 -0.35 0.38565 C -0.34518 0.4088 -0.34089 0.44283 -0.32735 0.45764 C -0.31966 0.46598 -0.3099 0.46598 -0.30117 0.47038 C -0.27865 0.46737 -0.25573 0.46806 -0.23334 0.46181 C -0.22487 0.4595 -0.21771 0.44908 -0.20951 0.44491 C -0.20222 0.44121 -0.1944 0.44075 -0.18685 0.43843 C -0.14401 0.4257 -0.17474 0.43311 -0.12852 0.42362 L 0.05599 0.42801 C 0.07695 0.42848 0.09804 0.42825 0.11901 0.4301 C 0.13255 0.43125 0.14596 0.43473 0.1595 0.43635 C 0.16784 0.4375 0.17617 0.43774 0.1845 0.43843 C 0.20794 0.43426 0.23242 0.43913 0.25482 0.4257 C 0.26067 0.42246 0.25859 0.40487 0.2595 0.39399 C 0.26133 0.37454 0.26198 0.35463 0.26315 0.33473 C 0.25963 0.18079 0.26679 0.20139 0.24531 0.07871 C 0.23307 0.0095 0.24114 0.02385 0.22265 0.00024 C 0.2 0.01505 0.17656 0.02663 0.15482 0.04468 C 0.00273 0.17176 0.18372 0.03797 0.06784 0.14213 C 0.03659 0.17038 -0.00443 0.19977 -0.0405 0.20996 C -0.05104 0.21297 -0.06185 0.21135 -0.07266 0.21204 C -0.07656 0.20278 -0.08334 0.19584 -0.08451 0.1845 C -0.09297 0.10718 -0.06133 0.07547 -0.025 0.03426 C 0.00638 -0.00162 0.06393 -0.04351 0.10482 -0.06527 C 0.15547 -0.09236 0.21067 -0.12361 0.26432 -0.13518 C 0.28086 -0.13865 0.29765 -0.1375 0.31432 -0.13935 C 0.33021 -0.1412 0.34609 -0.14351 0.36198 -0.14583 C 0.36354 -0.14652 0.36549 -0.14976 0.36666 -0.14791 C 0.37695 -0.13194 0.38307 -0.10717 0.38932 -0.08634 C 0.39739 -0.0324 0.39778 -0.0456 0.38815 0.03635 C 0.38646 0.05047 0.38385 0.06551 0.37864 0.07663 C 0.37461 0.08496 0.36745 0.08635 0.36198 0.09144 C 0.33607 0.08426 0.31002 0.0801 0.2845 0.07014 C 0.11523 0.00417 0.2444 0.03612 0.15 0.01505 C 0.09479 0.02014 0.03945 0.01899 -0.0155 0.02987 C -0.03047 0.03288 -0.03216 0.06551 -0.03451 0.08288 C -0.03659 0.09838 -0.03867 0.11389 -0.0405 0.1294 C -0.04349 0.15487 -0.04362 0.17385 -0.05117 0.19723 C -0.05586 0.21158 -0.0612 0.2257 -0.06784 0.2375 C -0.08659 0.26968 -0.11367 0.28797 -0.13815 0.29885 C -0.15326 0.30556 -0.16901 0.30579 -0.18451 0.3095 C -0.19531 0.30649 -0.25521 0.30301 -0.27617 0.27338 C -0.28216 0.26505 -0.28568 0.25232 -0.2905 0.24167 C -0.29362 0.22686 -0.30013 0.21297 -0.3 0.19723 C -0.29974 0.17107 -0.29558 0.14468 -0.28933 0.12107 C -0.2875 0.11413 -0.28164 0.11343 -0.27735 0.1125 C -0.2668 0.10996 -0.25599 0.11112 -0.24531 0.11042 C -0.24076 0.11065 -0.21146 0.11181 -0.20117 0.11459 C -0.19792 0.11551 -0.19492 0.11852 -0.19167 0.11899 C -0.18216 0.11991 -0.17266 0.11899 -0.16315 0.11899 " pathEditMode="relative" ptsTypes="AAAAAAAAAAAAAAAAAAAAAAAAAAAAAAAAAAAAAAAAAAAAAAAAAAAAAAAAAAAAAAAAAAAAAAAAAAAAAAAAAAAAAAAAAAAAAAAAAAAAAAAAAAAAAAAAAAAAAAAAAAAAAAAAAAAAAAAAAAAAAAAAAAAAAAAAAAAAAAAAAAAAAAAAAAAAAAAAAAAAAAAAAAAAAAAAAAAAAAAAAAAAAAAAAAAAAAAAAAAAAAAAAAAAAAAAAAAAAAAAAAAAA">
                                      <p:cBhvr>
                                        <p:cTn id="75" dur="27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6" presetID="0" presetClass="path" presetSubtype="0" autoRev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00352 0.00602 L -0.00352 0.00602 C -0.00443 -0.04375 0.00065 -0.04653 -0.00951 -0.07662 C -0.0112 -0.08172 -0.01276 -0.08773 -0.01549 -0.09144 C -0.02044 -0.09838 -0.02969 -0.10139 -0.03568 -0.10417 C -0.04557 -0.10278 -0.05573 -0.10394 -0.06549 -0.09977 C -0.06927 -0.09815 -0.07201 -0.0919 -0.075 -0.08704 C -0.08216 -0.07593 -0.08477 -0.06968 -0.09049 -0.05741 C -0.09154 -0.04607 -0.0944 -0.01574 -0.09401 -0.01088 C -0.09297 2.96296E-6 -0.08906 0.00949 -0.08568 0.01875 C -0.08268 0.02708 -0.07943 0.03588 -0.075 0.0419 C -0.05924 0.06389 -0.04414 0.07708 -0.025 0.08426 C -0.01953 0.08634 -0.0138 0.08565 -0.00833 0.08634 C -0.00273 0.08565 0.00299 0.08703 0.00833 0.08426 C 0.02279 0.07685 0.04062 0.05347 0.05247 0.03981 C 0.05794 0.02569 0.06549 0.01365 0.06914 -0.00255 C 0.07318 -0.02107 0.07604 -0.04167 0.075 -0.06181 C 0.0737 -0.09005 0.06497 -0.13079 0.05117 -0.1507 C 0.04518 -0.15949 0.03854 -0.16806 0.03099 -0.17176 C 0.02292 -0.17593 0.01432 -0.17315 0.00599 -0.17385 C -0.01419 -0.16829 -0.03503 -0.1669 -0.05469 -0.15695 C -0.08008 -0.14422 -0.10703 -0.12547 -0.12617 -0.09144 C -0.13424 -0.07685 -0.14128 -0.06042 -0.14883 -0.04491 C -0.15117 -0.03079 -0.15547 -0.01713 -0.15586 -0.00255 C -0.15677 0.02801 -0.1556 0.05879 -0.15234 0.08865 C -0.15052 0.10555 -0.13815 0.1287 -0.13086 0.13935 C -0.12409 0.1493 -0.11732 0.15949 -0.10951 0.1669 C -0.10286 0.17315 -0.09531 0.17592 -0.08802 0.17963 C -0.05378 0.19722 -0.05807 0.19375 -0.02253 0.20277 C 0.00404 0.20069 0.03086 0.20277 0.05716 0.19652 C 0.06654 0.19421 0.075 0.18518 0.08333 0.17754 C 0.11302 0.15046 0.11458 0.14143 0.14049 0.09907 C 0.15143 0.05625 0.15508 0.04815 0.15951 -0.00255 C 0.16172 -0.02755 0.16198 -0.05324 0.16315 -0.07871 C 0.16081 -0.11528 0.16094 -0.15278 0.15599 -0.18866 C 0.15469 -0.19792 0.15039 -0.20718 0.14531 -0.20996 C 0.12643 -0.22037 0.10651 -0.22223 0.08698 -0.22685 C 0.0763 -0.2294 0.06549 -0.22963 0.05482 -0.23102 C 0.025 -0.22755 -0.00495 -0.22801 -0.03451 -0.2206 C -0.04414 -0.21806 -0.0526 -0.20695 -0.06185 -0.20139 C -0.07357 -0.19445 -0.08594 -0.18982 -0.09753 -0.18241 C -0.10573 -0.17709 -0.11341 -0.16922 -0.12135 -0.16343 C -0.1276 -0.1588 -0.13438 -0.15625 -0.14049 -0.1507 C -0.14831 -0.14329 -0.1556 -0.13403 -0.16302 -0.12523 C -0.18255 -0.10185 -0.18906 -0.09422 -0.20352 -0.05973 C -0.20703 -0.05116 -0.20911 -0.04121 -0.21185 -0.03218 C -0.2138 -0.01736 -0.22383 0.05208 -0.2237 0.06944 C -0.22344 0.10995 -0.22253 0.15069 -0.21784 0.19004 C -0.21576 0.2074 -0.20924 0.22222 -0.20352 0.2368 C -0.18867 0.27453 -0.1724 0.30162 -0.14753 0.31921 C -0.11615 0.34166 -0.08659 0.33703 -0.05352 0.33842 C -0.01458 0.33148 0.00703 0.33541 0.04049 0.30879 C 0.04948 0.30162 0.05742 0.2912 0.06549 0.28125 C 0.08451 0.25787 0.10182 0.23055 0.12148 0.20926 L 0.17617 0.15 C 0.18021 0.1456 0.18451 0.14236 0.18815 0.13727 C 0.19687 0.12453 0.20352 0.10532 0.21432 0.09907 C 0.24779 0.08009 0.23151 0.0868 0.26315 0.07801 C 0.29466 0.08426 0.28359 0.07777 0.32031 0.1118 C 0.34362 0.13333 0.33919 0.12685 0.35 0.15 C 0.35078 0.15555 0.35221 0.16111 0.35247 0.1669 C 0.35508 0.24606 0.3487 0.33125 0.36432 0.4081 C 0.36628 0.41805 0.3694 0.42708 0.37266 0.43565 C 0.37656 0.44606 0.38047 0.45694 0.38581 0.46527 C 0.39622 0.48217 0.41263 0.4824 0.425 0.48657 C 0.43216 0.48287 0.4418 0.48611 0.44648 0.47592 C 0.45651 0.45416 0.46003 0.37777 0.46198 0.35324 C 0.45768 0.26273 0.47422 0.15023 0.43216 0.08217 C 0.4263 0.07268 0.41836 0.06736 0.41081 0.06319 C 0.40547 0.06018 0.39961 0.0618 0.39414 0.06111 C 0.38815 0.06875 0.38164 0.07546 0.37617 0.08426 C 0.37044 0.09375 0.36576 0.10509 0.36081 0.11597 C 0.31445 0.21736 0.32878 0.1794 0.30117 0.26435 C 0.29922 0.29097 0.29596 0.31759 0.29531 0.34467 C 0.29336 0.41852 0.31068 0.40717 0.27865 0.48865 C 0.27383 0.50069 0.26393 0.50301 0.25599 0.50764 C 0.24792 0.51227 0.23932 0.51319 0.23099 0.5162 C 0.18906 0.53148 0.21667 0.52592 0.16784 0.52893 L 0.06914 0.52037 C 0.03893 0.5169 0.00964 0.50879 -0.02018 0.50139 C -0.0388 0.50208 -0.05755 0.50139 -0.07617 0.50347 C -0.08411 0.5044 -0.09206 0.50787 -0.1 0.50972 C -0.10625 0.51134 -0.11263 0.51273 -0.11901 0.51412 C -0.13047 0.50902 -0.14323 0.50949 -0.15352 0.4993 C -0.16419 0.48865 -0.16263 0.45023 -0.16302 0.43565 C -0.16263 0.42592 -0.16419 0.41504 -0.16185 0.40602 C -0.15911 0.3956 -0.15404 0.3875 -0.14883 0.38055 C -0.13112 0.3581 -0.1125 0.35555 -0.09167 0.34676 C -0.08008 0.34953 -0.06784 0.34768 -0.05716 0.35532 C -0.04154 0.36643 -0.02917 0.38819 -0.01419 0.40185 C 0.00208 0.41666 0.01797 0.43264 0.03451 0.44629 C 0.04219 0.45254 0.05 0.45879 0.05833 0.46111 C 0.0737 0.46527 0.08932 0.46412 0.10482 0.46527 C 0.13503 0.46759 0.16784 0.46852 0.19766 0.46967 C 0.20443 0.46898 0.21172 0.47222 0.21784 0.46736 C 0.23997 0.45023 0.23893 0.42199 0.24531 0.38495 C 0.24414 0.35092 0.2431 0.31713 0.24167 0.28333 C 0.24115 0.2706 0.23997 0.25787 0.23932 0.24514 C 0.23841 0.22963 0.23776 0.21412 0.23698 0.19861 C 0.23971 0.16967 0.23919 0.13912 0.24531 0.1118 C 0.24701 0.10416 0.25391 0.10139 0.25833 0.10347 C 0.27253 0.10926 0.29115 0.14259 0.30117 0.15833 C 0.30286 0.17893 0.30456 0.1993 0.30599 0.2199 C 0.30807 0.2493 0.30872 0.2794 0.31198 0.30879 C 0.31758 0.35995 0.32487 0.40185 0.34766 0.43773 C 0.35299 0.44629 0.3612 0.44629 0.36784 0.45046 C 0.4026 0.41296 0.40534 0.41852 0.42982 0.33842 C 0.43346 0.32615 0.46185 0.18264 0.47266 0.15833 C 0.47617 0.15023 0.48372 0.15277 0.48932 0.15 C 0.49492 0.15555 0.50221 0.15764 0.50599 0.1669 C 0.51979 0.20046 0.51615 0.2537 0.51667 0.28958 C 0.50651 0.39791 0.52096 0.25 0.50716 0.37222 C 0.50573 0.38541 0.50482 0.39907 0.50365 0.4125 C 0.50326 0.42222 0.50195 0.43217 0.50234 0.44213 C 0.50286 0.45139 0.50247 0.47662 0.50599 0.46967 C 0.51784 0.4449 0.52266 0.4118 0.53099 0.38287 C 0.53451 0.33703 0.54323 0.29143 0.54167 0.24514 C 0.53971 0.1824 0.5181 0.08472 0.49167 0.03773 C 0.47396 0.00625 0.45703 0.00787 0.43581 0.00393 C 0.42578 0.0074 0.41562 0.00902 0.40599 0.01435 C 0.37891 0.02963 0.375 0.0412 0.35 0.05902 C 0.34076 0.06551 0.33112 0.07106 0.32148 0.07592 C 0.28841 0.09213 0.27279 0.08935 0.23333 0.0949 C 0.1862 0.075 0.17812 0.08055 0.13815 0.02708 C 0.09583 -0.02917 0.12812 -0.0088 0.09648 -0.04051 C 0.07292 -0.06412 0.04883 -0.08565 0.025 -0.10834 L -0.01068 -0.14213 C -0.00273 -0.17246 0.00182 -0.20648 0.01315 -0.2331 C 0.01719 -0.2426 0.02552 -0.24352 0.03216 -0.24375 C 0.05716 -0.24491 0.08216 -0.23959 0.10716 -0.2375 C 0.11237 -0.22824 0.11706 -0.21806 0.12266 -0.20996 C 0.14648 -0.17523 0.17357 -0.15185 0.20482 -0.14213 C 0.23021 -0.13426 0.25638 -0.13935 0.28216 -0.13797 C 0.31237 -0.14051 0.33086 -0.12593 0.35 -0.1676 C 0.35599 -0.18056 0.35872 -0.19723 0.36315 -0.21204 C 0.36354 -0.22408 0.36706 -0.23704 0.36432 -0.24792 C 0.36133 -0.25996 0.35495 -0.27315 0.34766 -0.27338 C 0.30977 -0.27477 0.27227 -0.25926 0.23451 -0.25232 C 0.20234 -0.2382 0.12565 -0.21042 0.08451 -0.18033 C 0.04844 -0.15371 0.01315 -0.12361 -0.02253 -0.0956 C -0.04727 -0.07639 -0.10052 -0.0382 -0.12734 -0.0088 C -0.13867 0.0037 -0.14935 0.01805 -0.15951 0.03356 C -0.18073 0.0662 -0.18633 0.08819 -0.20234 0.13078 C -0.20742 0.15902 -0.22201 0.22014 -0.21784 0.25578 C -0.21536 0.27639 -0.21107 0.29861 -0.20234 0.31296 C -0.19323 0.32801 -0.1793 0.32986 -0.16784 0.33842 C -0.15039 0.32569 -0.13086 0.31944 -0.11549 0.30023 C -0.10716 0.28981 -0.10469 0.26944 -0.1 0.2537 C -0.08411 0.20092 -0.06328 0.11227 -0.03802 0.06736 C 0.00026 -0.0007 0.03555 -0.01065 0.08698 -0.04051 C 0.09036 -0.0426 0.09414 -0.04329 0.09766 -0.04491 C 0.10977 -0.0125 0.1056 -0.02639 0.09648 0.05902 C 0.08724 0.1456 0.07227 0.18703 0.04883 0.26435 C 0.04284 0.28426 0.03607 0.3037 0.02982 0.32361 C 0.02734 0.33125 0.02409 0.33842 0.02266 0.34676 L 0.01667 0.38055 C 0.01589 0.4074 0.01263 0.42106 0.02148 0.44421 C 0.02448 0.45208 0.02943 0.45694 0.03333 0.46319 C 0.04453 0.45902 0.05742 0.46227 0.06667 0.45046 C 0.1013 0.40694 0.1138 0.3294 0.13333 0.26852 C 0.14271 0.23935 0.15299 0.21088 0.16432 0.18379 C 0.18516 0.13402 0.21224 0.07361 0.24167 0.03565 C 0.25326 0.02083 0.26562 0.00764 0.27865 -0.00255 C 0.28841 -0.01019 0.29922 -0.01227 0.30951 -0.01736 C 0.32031 -0.01366 0.33437 -0.02107 0.34167 -0.00672 C 0.34857 0.00694 0.34362 0.03009 0.34284 0.04838 C 0.34167 0.08171 0.33984 0.11527 0.33581 0.14791 C 0.33216 0.17639 0.31602 0.25694 0.30716 0.29398 C 0.30391 0.3074 0.29974 0.32037 0.29648 0.33402 C 0.29141 0.35578 0.28698 0.37777 0.28216 0.39977 C 0.2806 0.41527 0.27865 0.43078 0.27747 0.44629 C 0.27487 0.47801 0.27266 0.49305 0.27982 0.52245 C 0.28203 0.53194 0.28437 0.54282 0.28932 0.54791 C 0.29596 0.55486 0.30443 0.55347 0.31198 0.55648 C 0.32786 0.55347 0.34414 0.55555 0.35951 0.54791 C 0.39193 0.53194 0.40286 0.50555 0.42617 0.46736 C 0.43828 0.41805 0.45078 0.37338 0.45599 0.31921 C 0.45924 0.28588 0.45833 0.25162 0.45951 0.21759 C 0.45664 0.17361 0.45755 0.1199 0.43815 0.08426 C 0.43307 0.075 0.42383 0.0787 0.41667 0.07592 C 0.37487 0.10926 0.35534 0.11921 0.32031 0.16481 C 0.30573 0.18379 0.29284 0.20648 0.27865 0.22615 C 0.26315 0.24745 0.24648 0.2662 0.23099 0.2875 C 0.17044 0.37106 0.21784 0.32037 0.14284 0.40185 C 0.13164 0.41412 0.12057 0.42708 0.10833 0.43565 C 0.06732 0.46458 0.06159 0.46065 0.02266 0.46527 L -0.05 0.46319 C -0.08581 0.45764 -0.1082 0.44074 -0.14167 0.42083 C -0.14753 0.41319 -0.15443 0.40717 -0.15951 0.39768 C -0.17852 0.36157 -0.17721 0.35787 -0.18451 0.31921 C -0.18333 0.30231 -0.18464 0.28426 -0.18086 0.26852 C -0.17721 0.25324 -0.17057 0.24004 -0.16302 0.23032 C -0.14063 0.20115 -0.10013 0.18194 -0.075 0.17315 C -0.0388 0.16088 -0.00313 0.1618 0.03333 0.15833 L 0.10951 0.15 C 0.12943 0.14838 0.14922 0.14884 0.16914 0.14791 L 0.26315 0.14143 C 0.29518 0.12731 0.31927 0.125 0.34531 0.09282 C 0.35078 0.08588 0.35586 0.07731 0.35951 0.06736 C 0.36706 0.04745 0.37227 0.025 0.37865 0.00393 C 0.37578 -0.01528 0.37591 -0.03635 0.37031 -0.05324 C 0.35977 -0.08449 0.32409 -0.13866 0.30599 -0.15695 C 0.3 -0.16297 0.26953 -0.17037 0.26432 -0.17176 C 0.25716 -0.17037 0.24961 -0.17199 0.24284 -0.1676 C 0.19714 -0.13727 0.20247 -0.12917 0.17148 -0.05973 C 0.17187 -0.03773 0.16992 -0.01528 0.17266 0.00602 C 0.18034 0.06759 0.20273 0.10926 0.22031 0.16273 C 0.22539 0.17824 0.22904 0.19514 0.23333 0.21134 C 0.23464 0.25972 0.23698 0.27662 0.22747 0.32986 C 0.2237 0.35092 0.2168 0.3699 0.21081 0.38912 C 0.19635 0.43495 0.18893 0.45949 0.16315 0.48865 C 0.13945 0.51527 0.12982 0.50995 0.10365 0.5118 C 0.09323 0.50764 0.08281 0.50486 0.07266 0.4993 C -0.04766 0.43148 0.10443 0.50602 -0.00352 0.45486 L -0.02969 0.45902 C -0.03971 0.46828 -0.05352 0.50139 -0.05352 0.50139 C -0.05391 0.50555 -0.05521 0.50995 -0.05469 0.51412 C -0.05078 0.54398 -0.0319 0.53356 -0.01784 0.53727 C 0.00078 0.53449 0.01979 0.53565 0.03815 0.52893 C 0.04154 0.52754 0.04284 0.51967 0.04414 0.51412 C 0.04531 0.5081 0.0487 0.49676 0.04531 0.4949 C 0.04049 0.49236 0.03659 0.50347 0.03216 0.50764 C 0.04883 0.52245 0.03099 0.5118 0.04167 0.4993 C 0.04505 0.49537 0.04961 0.49768 0.05365 0.49699 C 0.1151 0.45023 0.11992 0.48449 0.12617 0.39977 C 0.12747 0.38356 0.12708 0.36736 0.12747 0.35092 C 0.12305 0.32708 0.11966 0.30231 0.11432 0.27916 C 0.11094 0.26412 0.10534 0.25115 0.10117 0.2368 C 0.09896 0.22847 0.09727 0.2199 0.09531 0.21134 C 0.09766 0.19652 0.09792 0.18009 0.10247 0.1669 C 0.10625 0.15578 0.11289 0.14838 0.11914 0.14143 C 0.14883 0.10787 0.14687 0.11319 0.17747 0.10347 C 0.19779 0.10509 0.21159 0.10926 0.23216 0.09699 C 0.23411 0.09583 0.23294 0.09004 0.23333 0.08634 C 0.22878 0.06574 0.22656 0.03796 0.20365 0.06111 C 0.19635 0.06828 0.19648 0.08773 0.19284 0.10115 C 0.19766 0.1125 0.19961 0.13102 0.20716 0.13518 C 0.21797 0.14074 0.22969 0.13194 0.24049 0.12662 C 0.25443 0.1199 0.26758 0.10856 0.28099 0.09907 C 0.30039 0.08541 0.29531 0.09097 0.30599 0.07592 C 0.30404 0.06875 0.30365 0.05926 0.3 0.05463 C 0.28424 0.03495 0.27214 0.03518 0.25482 0.03148 C 0.24323 0.025 0.23203 0.01713 0.22031 0.01227 C 0.19896 0.00393 0.17279 0.01041 0.15247 0.01227 C 0.12656 0.02569 0.10104 0.04097 0.075 0.05254 C 0.05599 0.06111 -0.02917 0.08981 -0.05 0.0949 C -0.06419 0.09838 -0.07852 0.09907 -0.09284 0.10115 C -0.1 0.09907 -0.10794 0.10139 -0.11419 0.0949 C -0.12617 0.0824 -0.14583 0.04444 -0.15469 0.02083 C -0.15638 0.01643 -0.15716 0.01088 -0.15833 0.00602 C -0.15547 0.00324 -0.15313 -0.00371 -0.15 -0.00255 C -0.12695 0.00578 -0.11745 0.04004 -0.10352 0.06944 C -0.10313 0.08935 -0.10208 0.10902 -0.10234 0.1287 C -0.10313 0.20764 -0.10911 0.17662 -0.09883 0.2537 C -0.09753 0.26319 -0.09635 0.27361 -0.09284 0.28125 C -0.08737 0.29259 -0.08021 0.30185 -0.07253 0.30879 C -0.06797 0.31296 -0.06224 0.31157 -0.05716 0.31296 C -0.03841 0.29398 -0.01641 0.28264 -0.00117 0.25578 C 0.03125 0.19884 0.0276 0.16111 0.03099 0.09282 C 0.02943 0.06041 0.02839 0.02777 0.02617 -0.00463 C 0.02604 -0.00834 0.025 -0.01204 0.02383 -0.01528 C 0.02292 -0.01783 0.02148 -0.01945 0.02031 -0.02153 C 0.0151 -0.02014 0.0099 -0.01922 0.00482 -0.01736 C 0.00234 -0.01644 -0.00234 -0.01297 -0.00234 -0.01297 " pathEditMode="relative" ptsTypes="AAAAAAAAAAAAAAAAAAAAAAAAAAAAAAAAAAAAAAAAAAAAAAAAAAAAAAAAAAAAAAAAAAAAAAAAAAAAAAAAAAAAAAAAAAAAAAAAAAAAAAAAAAAAAAAAAAAAAAAAAAAAAAAAAAAAAAAAAAAAAAAAAAAAAAAAAAAAAAAAAAAAAAAAAAAAAAAAAAAAAAAAAAAAAAAAAAAAAAAAAAAAAAAAAAAAAAAAAAAAAAAAAAAAAAAAAAAAAAAAAAAAAAAAAAAAAAAAAAAAAAAA">
                                      <p:cBhvr>
                                        <p:cTn id="77" dur="270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8" presetID="0" presetClass="path" presetSubtype="0" autoRev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00573 0.00439 L -0.00573 0.00439 C 0.00365 0.00555 0.01133 0.00625 0.02045 0.00856 C 0.02565 0.00972 0.03086 0.01064 0.03594 0.01273 C 0.04766 0.01736 0.06263 0.02592 0.07409 0.03402 C 0.07852 0.03703 0.08256 0.04166 0.08711 0.04444 C 0.09297 0.04814 0.09909 0.04976 0.10495 0.053 C 0.11055 0.05601 0.11602 0.06018 0.12162 0.06365 C 0.13789 0.07314 0.12969 0.06643 0.14662 0.07847 C 0.17058 0.09537 0.14258 0.0787 0.17162 0.09328 C 0.1793 0.09699 0.17748 0.09791 0.18477 0.09953 C 0.19779 0.10254 0.22396 0.1081 0.22396 0.1081 C 0.32578 0.10625 0.31107 0.12962 0.36446 0.09328 C 0.37409 0.08657 0.38646 0.07847 0.39545 0.06782 C 0.39805 0.06481 0.4 0.06041 0.40261 0.05717 C 0.41667 0.03981 0.44545 0.00648 0.44545 0.00648 C 0.46159 -0.03542 0.45573 -0.01459 0.46446 -0.05487 C 0.46615 -0.08658 0.46888 -0.09561 0.46446 -0.12269 C 0.46159 -0.14051 0.4461 -0.16551 0.4418 -0.1713 C 0.4224 -0.19769 0.41758 -0.19908 0.40013 -0.2095 L 0.37045 -0.2051 C 0.35677 -0.20301 0.34844 -0.20139 0.33594 -0.19885 C 0.32878 -0.20024 0.32149 -0.20047 0.31446 -0.20301 C 0.31146 -0.20417 0.30899 -0.20764 0.30612 -0.2095 C 0.303 -0.21135 0.29974 -0.21227 0.29662 -0.21366 C 0.29506 -0.21644 0.29336 -0.21899 0.29193 -0.22223 C 0.29089 -0.22408 0.28946 -0.22593 0.28946 -0.22848 C 0.2905 -0.26343 0.28998 -0.26158 0.30261 -0.27917 C 0.30964 -0.28913 0.31315 -0.29028 0.32162 -0.29838 C 0.32878 -0.3051 0.3362 -0.31158 0.3431 -0.31945 C 0.34961 -0.32709 0.3569 -0.3419 0.36094 -0.35325 C 0.3625 -0.35788 0.36328 -0.3632 0.36446 -0.36806 C 0.3681 -0.39977 0.36862 -0.39885 0.3681 -0.44213 C 0.36784 -0.45788 0.3668 -0.47338 0.36563 -0.48866 C 0.36524 -0.49445 0.36511 -0.5007 0.36328 -0.50579 C 0.36211 -0.50926 0.35925 -0.50973 0.35729 -0.51204 C 0.35573 -0.51389 0.35417 -0.51621 0.35261 -0.51829 C 0.34063 -0.51621 0.32865 -0.51621 0.31693 -0.51204 C 0.31211 -0.51042 0.30808 -0.50533 0.30378 -0.50139 C 0.29453 -0.49329 0.28581 -0.48357 0.27644 -0.47616 C 0.27279 -0.47315 0.26953 -0.46899 0.26563 -0.4676 C 0.2599 -0.46551 0.25378 -0.46621 0.24779 -0.46551 C 0.21511 -0.46899 0.2155 -0.4625 0.1931 -0.47825 C 0.16003 -0.50116 0.20677 -0.47454 0.15144 -0.52061 C 0.14545 -0.52547 0.13946 -0.5301 0.1336 -0.53542 C 0.1112 -0.55556 0.09727 -0.57292 0.07526 -0.58612 C 0.06354 -0.59306 0.06055 -0.5926 0.04909 -0.59445 C 0.01797 -0.58866 0.0211 -0.59306 -0.00338 -0.57755 C -0.0082 -0.57454 -0.01289 -0.57038 -0.01758 -0.56713 C -0.022 -0.56413 -0.02643 -0.56181 -0.03073 -0.55857 C -0.04349 -0.54908 -0.05612 -0.53519 -0.07005 -0.53102 C -0.07955 -0.52825 -0.08906 -0.52477 -0.09856 -0.52269 C -0.10403 -0.5213 -0.10963 -0.52084 -0.11523 -0.52061 L -0.19974 -0.51829 C -0.20208 -0.5169 -0.20442 -0.51528 -0.2069 -0.51413 C -0.21002 -0.5125 -0.21367 -0.51297 -0.2164 -0.50996 C -0.21718 -0.50903 -0.23333 -0.48588 -0.23672 -0.47825 C -0.23854 -0.47362 -0.23984 -0.46829 -0.2414 -0.46343 C -0.24179 -0.45834 -0.24205 -0.45348 -0.24258 -0.44862 C -0.24323 -0.44213 -0.24505 -0.43612 -0.24505 -0.4294 C -0.24505 -0.40047 -0.24479 -0.37153 -0.24258 -0.34283 C -0.24192 -0.33357 -0.2388 -0.3257 -0.23672 -0.31737 C -0.23112 -0.29538 -0.23268 -0.30047 -0.22591 -0.28565 C -0.22513 -0.27987 -0.22435 -0.27431 -0.22356 -0.26875 C -0.22278 -0.26366 -0.22135 -0.25903 -0.22122 -0.25394 C -0.22096 -0.2426 -0.22096 -0.23102 -0.22239 -0.21991 C -0.22396 -0.20764 -0.23138 -0.19005 -0.23672 -0.18195 C -0.23906 -0.17825 -0.24231 -0.17663 -0.24505 -0.17338 C -0.24909 -0.16875 -0.25299 -0.16366 -0.2569 -0.15857 C -0.26054 -0.15394 -0.26393 -0.14862 -0.26758 -0.14375 C -0.27799 -0.13056 -0.27773 -0.13426 -0.28541 -0.11852 C -0.28802 -0.11297 -0.29049 -0.10741 -0.29258 -0.10139 C -0.29401 -0.09746 -0.29492 -0.09306 -0.29622 -0.08889 C -0.29726 -0.08519 -0.29856 -0.08172 -0.29974 -0.07825 C -0.30013 -0.075 -0.30351 -0.05371 -0.30325 -0.04862 C -0.3013 0.0287 -0.30078 0.02407 -0.2914 0.09537 C -0.28997 0.10671 -0.2888 0.11828 -0.28659 0.12916 C -0.2832 0.14652 -0.2819 0.17615 -0.27122 0.18842 C -0.26784 0.19212 -0.26406 0.19398 -0.26041 0.19699 C -0.25247 0.19606 -0.24427 0.19884 -0.23672 0.19467 C -0.23203 0.19212 -0.22942 0.18356 -0.22591 0.17777 C -0.22083 0.16921 -0.20429 0.1375 -0.19974 0.13541 C -0.17096 0.12268 -0.18411 0.12615 -0.16041 0.12291 C -0.15169 0.125 -0.14271 0.12476 -0.13424 0.12916 C -0.12903 0.13194 -0.12148 0.14467 -0.11758 0.15254 C -0.11549 0.15648 -0.11406 0.1618 -0.11172 0.16504 C -0.10807 0.17037 -0.10364 0.17337 -0.09974 0.17777 C -0.09687 0.18101 -0.0944 0.18518 -0.0914 0.18842 C -0.08919 0.19097 -0.08685 0.19328 -0.08424 0.19467 C -0.06771 0.20509 -0.06276 0.20578 -0.04622 0.2118 C -0.03502 0.21018 -0.02369 0.21203 -0.01289 0.2074 C -0.0082 0.20555 -0.00494 0.19745 -0.00091 0.19259 C 0.00091 0.19027 0.00313 0.18865 0.00495 0.18634 C 0.00795 0.1824 0.01003 0.17615 0.01328 0.17361 C 0.02448 0.16504 0.04219 0.16319 0.05378 0.16087 C 0.07279 0.16388 0.07852 0.15972 0.0931 0.17569 C 0.0974 0.18055 0.10104 0.18703 0.10495 0.19259 C 0.10742 0.19606 0.10912 0.20254 0.11211 0.20324 L 0.12045 0.20532 C 0.1224 0.20393 0.12461 0.20324 0.12644 0.20115 C 0.12904 0.19814 0.13151 0.19467 0.1336 0.1905 C 0.14896 0.15879 0.14727 0.16064 0.15612 0.12916 C 0.15651 0.12129 0.15677 0.11365 0.15729 0.10578 C 0.15795 0.09675 0.1599 0.08773 0.15977 0.07847 C 0.15951 0.06481 0.15808 0.05138 0.15612 0.03819 C 0.15443 0.02662 0.13841 0.01574 0.13711 0.01481 C 0.12617 0.00671 0.09831 0.00185 0.09193 4.81481E-6 C 0.07683 0.003 0.06159 0.00439 0.04662 0.00856 C 0.04453 0.00902 0.02982 0.02222 0.02878 0.02337 C 0.02227 0.03055 0.01719 0.04328 0.00977 0.04652 C 0.00651 0.04814 0.00339 0.04907 0.00026 0.05092 C -0.00416 0.05324 -0.00833 0.0574 -0.01289 0.05925 C -0.01836 0.06157 -0.02396 0.06203 -0.02955 0.06365 C -0.05351 0.05833 -0.05586 0.06458 -0.07239 0.04444 C -0.09765 0.01388 -0.07513 0.03032 -0.10807 -0.02107 C -0.11133 -0.02593 -0.11458 -0.03079 -0.11758 -0.03588 C -0.12005 -0.04005 -0.12187 -0.04561 -0.12474 -0.04862 C -0.13385 -0.05788 -0.14349 -0.06551 -0.15338 -0.07176 C -0.15768 -0.07477 -0.16211 -0.07732 -0.1664 -0.08033 C -0.17187 -0.08403 -0.17747 -0.08797 -0.1819 -0.09514 C -0.18672 -0.10278 -0.18867 -0.11274 -0.1914 -0.12269 C -0.1944 -0.15186 -0.19544 -0.15232 -0.19258 -0.1882 C -0.19153 -0.20209 -0.18763 -0.21112 -0.18073 -0.21783 C -0.17591 -0.22269 -0.17044 -0.225 -0.16523 -0.22848 C -0.14935 -0.2257 -0.13333 -0.22524 -0.11758 -0.21991 C -0.11432 -0.21875 -0.11224 -0.21274 -0.10924 -0.2095 C -0.10586 -0.20556 -0.10208 -0.20232 -0.09856 -0.19885 C -0.08802 -0.17639 -0.08242 -0.16343 -0.0664 -0.14167 C -0.05963 -0.13264 -0.0539 -0.12061 -0.04622 -0.11413 C -0.03307 -0.10348 -0.02578 -0.09514 -0.01054 -0.09306 C 0.00729 -0.09051 0.02526 -0.09167 0.0431 -0.09098 C 0.17253 -0.09769 0.12331 -0.10348 0.19063 -0.09306 C 0.19558 -0.09005 0.19909 -0.08959 0.20261 -0.08241 C 0.20417 -0.0794 0.20482 -0.07524 0.20612 -0.07176 C 0.2125 -0.05487 0.21289 -0.05857 0.21693 -0.03797 C 0.21914 -0.02616 0.22058 -0.01389 0.22279 -0.00209 C 0.22396 0.00439 0.22526 0.01064 0.22644 0.01689 C 0.22722 0.02199 0.22761 0.02708 0.22878 0.03171 C 0.23008 0.03703 0.23216 0.04143 0.2336 0.04652 C 0.23529 0.05277 0.23646 0.05949 0.23828 0.06574 C 0.24258 0.08009 0.25 0.09722 0.25612 0.1081 C 0.25938 0.11365 0.26224 0.11967 0.26563 0.125 C 0.26875 0.12939 0.28412 0.14976 0.28946 0.15254 C 0.29571 0.15555 0.30222 0.15532 0.3086 0.15671 C 0.31407 0.15601 0.31966 0.15555 0.32513 0.15462 C 0.33073 0.15347 0.3418 0.15023 0.3418 0.15023 C 0.35261 0.14467 0.36315 0.13819 0.37396 0.13333 C 0.37878 0.13125 0.38347 0.12847 0.38828 0.12708 C 0.39336 0.12569 0.39857 0.12569 0.40378 0.125 C 0.40847 0.12569 0.41341 0.12523 0.4181 0.12708 C 0.43685 0.13425 0.42539 0.13472 0.4418 0.14606 C 0.44532 0.14837 0.44896 0.14884 0.45261 0.15023 C 0.46641 0.14606 0.4806 0.14398 0.49427 0.13773 C 0.49753 0.13611 0.50039 0.13171 0.50261 0.12708 C 0.50534 0.12083 0.50664 0.11296 0.50847 0.10578 C 0.51185 0.09328 0.51485 0.08055 0.5181 0.06782 C 0.5168 0.05023 0.51693 0.03217 0.51446 0.01481 C 0.51367 0.00949 0.51081 0.00578 0.50847 0.00208 C 0.50456 -0.00417 0.49271 -0.01135 0.48946 -0.01274 C 0.48321 -0.01505 0.47683 -0.01575 0.47045 -0.0169 C 0.43334 -0.02385 0.43672 -0.0213 0.38828 -0.02315 C 0.36927 -0.02963 0.36185 -0.02917 0.34545 -0.04445 C 0.34037 -0.04908 0.33594 -0.05556 0.33112 -0.06135 C 0.32852 -0.07709 0.32487 -0.09283 0.32644 -0.10996 C 0.32722 -0.11968 0.32852 -0.13033 0.33229 -0.1375 C 0.34571 -0.1625 0.38373 -0.17431 0.39662 -0.17987 C 0.46185 -0.20764 0.4211 -0.18311 0.46446 -0.21158 C 0.4668 -0.21922 0.46992 -0.22639 0.47162 -0.23473 C 0.47474 -0.25047 0.47175 -0.2757 0.4668 -0.28774 C 0.46341 -0.29607 0.43998 -0.31852 0.43477 -0.32153 C 0.42943 -0.32454 0.42357 -0.32431 0.4181 -0.32593 C 0.40222 -0.32292 0.3862 -0.32223 0.37045 -0.31737 C 0.36146 -0.31459 0.35287 -0.30811 0.34427 -0.30255 C 0.33151 -0.29422 0.32409 -0.28565 0.31328 -0.27084 C 0.30951 -0.26551 0.30573 -0.26019 0.30261 -0.25394 C 0.29089 -0.23102 0.29024 -0.22894 0.28477 -0.2051 C 0.28151 -0.19121 0.27852 -0.17686 0.27526 -0.16297 C 0.27331 -0.1551 0.27266 -0.14561 0.26927 -0.13959 C 0.2543 -0.11297 0.25352 -0.1051 0.23477 -0.09306 C 0.22266 -0.08542 0.21042 -0.08588 0.19779 -0.0845 C 0.17917 -0.0875 0.16016 -0.08635 0.14193 -0.09306 C 0.13659 -0.09491 0.13269 -0.10325 0.12878 -0.10996 C 0.11966 -0.12547 0.11511 -0.14028 0.1086 -0.15857 C 0.10183 -0.19838 0.10586 -0.17269 0.09779 -0.23704 C 0.09571 -0.25371 0.09545 -0.26135 0.09076 -0.27709 C 0.08867 -0.2838 0.08659 -0.29075 0.0836 -0.2963 C 0.07813 -0.30579 0.07227 -0.31459 0.06576 -0.32153 C 0.05091 -0.33727 0.05808 -0.33149 0.04427 -0.34051 C 0.03112 -0.33843 0.01797 -0.3375 0.00495 -0.33426 C -0.00117 -0.33264 -0.01159 -0.32338 -0.0164 -0.31737 C -0.05651 -0.26598 -0.01914 -0.31135 -0.04622 -0.27084 C -0.04987 -0.26528 -0.05416 -0.26112 -0.05807 -0.25602 C -0.06054 -0.25278 -0.06276 -0.24862 -0.06523 -0.24538 C -0.07383 -0.2345 -0.08138 -0.21968 -0.0914 -0.21366 C -0.11875 -0.19746 -0.09843 -0.20764 -0.15455 -0.20301 C -0.15924 -0.20024 -0.16497 -0.20024 -0.16875 -0.19468 L -0.1819 -0.17547 C -0.18502 -0.16575 -0.18867 -0.15625 -0.1914 -0.14584 C -0.19414 -0.13565 -0.1957 -0.12084 -0.19739 -0.10996 C -0.20651 -0.05024 -0.19817 -0.1088 -0.20573 -0.05487 C -0.20377 -0.02663 -0.20247 0.00162 -0.19974 0.02962 C -0.19726 0.05439 -0.19088 0.08101 -0.18307 0.10162 C -0.17981 0.11041 -0.17604 0.11875 -0.17122 0.125 C -0.16471 0.1331 -0.15729 0.13958 -0.14974 0.14398 C -0.14518 0.14675 -0.14023 0.14537 -0.13541 0.14606 C -0.10312 0.14212 -0.0763 0.14699 -0.04739 0.12916 C -0.04284 0.12638 -0.03841 0.12291 -0.03424 0.11851 C -0.0289 0.11296 -0.02356 0.10671 -0.01888 0.09953 C -0.01601 0.09537 -0.01393 0.08981 -0.01172 0.08472 C -0.00976 0.08032 0.00873 0.03402 0.01576 0.02337 C 0.02279 0.0125 0.03763 -0.00232 0.04662 -0.00625 C 0.05716 -0.01088 0.0681 -0.01158 0.07878 -0.01482 C 0.08672 -0.01713 0.09466 -0.02038 0.10261 -0.02315 C 0.11263 -0.01088 0.11797 -0.00788 0.12409 0.00856 C 0.12904 0.02222 0.13256 0.03796 0.13828 0.05092 C 0.14896 0.0743 0.14688 0.07152 0.15977 0.09328 C 0.16315 0.09907 0.16628 0.10601 0.17045 0.11018 C 0.19427 0.1331 0.21159 0.13912 0.23828 0.14814 C 0.26081 0.15578 0.26602 0.15601 0.28477 0.15879 C 0.28985 0.1574 0.29519 0.15717 0.30026 0.15462 C 0.30716 0.15092 0.31381 0.14537 0.32045 0.13981 C 0.3336 0.1287 0.34792 0.11597 0.35729 0.09537 C 0.36315 0.08263 0.3668 0.06712 0.37162 0.053 C 0.37292 0.03356 0.37578 0.01157 0.37279 -0.00834 C 0.37162 -0.01667 0.3694 -0.02431 0.3668 -0.03172 C 0.36615 -0.0338 0.36459 -0.03519 0.36328 -0.03588 C 0.3586 -0.03866 0.35378 -0.04005 0.34896 -0.04237 L 0.32162 -0.04005 C 0.31315 -0.03658 0.30599 -0.02663 0.29779 -0.02107 C 0.28881 -0.01505 0.28529 -0.01204 0.27526 -0.00834 C 0.27006 -0.00649 0.26485 -0.00556 0.25977 -0.00417 C 0.25495 -0.00487 0.25013 -0.00463 0.24545 -0.00625 C 0.22878 -0.0125 0.2181 -0.02084 0.20378 -0.03797 C 0.19688 -0.0463 0.19284 -0.05996 0.18828 -0.07176 C 0.18542 -0.09213 0.18542 -0.09653 0.18112 -0.11413 C 0.18008 -0.11852 0.1793 -0.12338 0.17761 -0.12686 C 0.16953 -0.14352 0.16068 -0.15301 0.14896 -0.16065 C 0.14401 -0.16413 0.13881 -0.16575 0.1336 -0.16713 C 0.12839 -0.16852 0.12318 -0.16852 0.1181 -0.16922 C 0.10417 -0.16505 0.08972 -0.16459 0.07644 -0.15649 C 0.06146 -0.14746 0.05144 -0.12825 0.04193 -0.10788 C 0.03581 -0.09468 0.03112 -0.07917 0.02409 -0.0676 C 0.01328 -0.05 0.00417 -0.03311 -0.00924 -0.02107 C -0.02187 -0.00996 -0.05651 0.0074 -0.06875 0.01064 C -0.08216 0.01412 -0.09583 0.01342 -0.10924 0.01481 C -0.11093 0.0162 -0.11276 0.01689 -0.11406 0.01921 C -0.11601 0.02268 -0.11875 0.03171 -0.11875 0.03171 C -0.11927 0.03472 -0.11979 0.0375 -0.12005 0.04027 C -0.122 0.06157 -0.12213 0.08148 -0.12005 0.1037 C -0.11953 0.10879 -0.1108 0.13402 -0.10924 0.13773 C -0.10651 0.14398 -0.09948 0.15555 -0.09505 0.15879 C -0.08515 0.16597 -0.07916 0.1655 -0.06875 0.16736 C -0.06328 0.16574 -0.05755 0.16574 -0.05221 0.16296 C -0.04752 0.16064 -0.04336 0.15648 -0.03906 0.15254 C -0.03177 0.1456 -0.02161 0.13472 -0.0164 0.12291 C -0.00872 0.10532 -0.00651 0.09421 -0.00221 0.07615 C -0.0026 0.06296 -0.00338 0.04953 -0.00338 0.03611 C -0.00338 0.02337 -0.00221 0.01064 -0.00221 -0.00209 " pathEditMode="relative" ptsTypes="AAAAAAAAAAAAAAAAAAAAAAAAAAAAAAAAAAAAAAAAAAAAAAAAAAAAAAAAAAAAAAAAAAAAAAAAAAAAAAAAAAAAAAAAAAAAAAAAAAAAAAAAAAAAAAAAAAAAAAAAAAAAAAAAAAAAAAAAAAAAAAAAAAAAAAAAAAAAAAAAAAAAAAAAAAAAAAAAAAAAAAAAAAAAAAAAAAAAAAAAAAAAAAAAAAAAAAAAAAAAAAAAAAAAAAAAAAAAAAAAAAAAAAAAAAAAAAAAAA">
                                      <p:cBhvr>
                                        <p:cTn id="79" dur="27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0" presetID="0" presetClass="path" presetSubtype="0" autoRev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00065 0.00139 L -0.00065 0.00139 C -0.00143 -0.02662 -0.00195 -0.05509 -0.00312 -0.0831 C -0.00364 -0.09699 -0.0056 -0.12037 -0.00898 -0.13402 C -0.01055 -0.14004 -0.01146 -0.14838 -0.01497 -0.15092 L -0.02096 -0.15509 C -0.03281 -0.1537 -0.04492 -0.15532 -0.05664 -0.15092 C -0.06198 -0.14884 -0.06641 -0.14166 -0.07096 -0.13611 C -0.08034 -0.12453 -0.08906 -0.11157 -0.09831 -0.1 C -0.10377 -0.09328 -0.1095 -0.08773 -0.11497 -0.08101 C -0.1194 -0.07569 -0.12357 -0.06921 -0.12812 -0.06412 C -0.13789 -0.05324 -0.14674 -0.0456 -0.15781 -0.04074 C -0.16133 -0.03935 -0.16497 -0.03935 -0.16862 -0.03865 C -0.18607 -0.04259 -0.21172 -0.0324 -0.22448 -0.06203 C -0.2263 -0.0662 -0.22943 -0.08402 -0.23047 -0.08958 C -0.23125 -0.09838 -0.23281 -0.11759 -0.23281 -0.12546 C -0.23281 -0.14143 -0.2319 -0.17175 -0.2293 -0.18888 C -0.22708 -0.20324 -0.21953 -0.23773 -0.21732 -0.25463 C -0.21614 -0.26365 -0.21484 -0.27291 -0.2138 -0.28217 C -0.21237 -0.29467 -0.21133 -0.30925 -0.21029 -0.32222 C -0.21185 -0.33217 -0.21211 -0.34305 -0.21497 -0.35185 C -0.21601 -0.35532 -0.21888 -0.35532 -0.22096 -0.35625 C -0.2237 -0.3574 -0.22656 -0.3574 -0.2293 -0.35833 C -0.23125 -0.35879 -0.2332 -0.36018 -0.23529 -0.36041 C -0.25898 -0.36226 -0.28281 -0.36319 -0.30664 -0.36458 C -0.31107 -0.36527 -0.31549 -0.3655 -0.31979 -0.36666 C -0.32266 -0.36759 -0.32526 -0.3699 -0.32812 -0.37106 C -0.33164 -0.37222 -0.33529 -0.37222 -0.3388 -0.37314 L -0.35781 -0.37731 C -0.36654 -0.37662 -0.37552 -0.37847 -0.38411 -0.37523 C -0.38581 -0.37453 -0.38698 -0.36967 -0.38646 -0.36666 C -0.38594 -0.36365 -0.38346 -0.36319 -0.38164 -0.3625 C -0.37773 -0.36111 -0.3737 -0.36064 -0.36979 -0.36041 C -0.34479 -0.35925 -0.31979 -0.35902 -0.29479 -0.35833 C -0.27513 -0.34907 -0.27969 -0.35949 -0.27448 -0.34143 C -0.27773 -0.23796 -0.27513 -0.2956 -0.27812 -0.24606 C -0.27851 -0.23912 -0.27864 -0.23194 -0.2793 -0.225 C -0.27982 -0.21851 -0.28086 -0.21226 -0.28164 -0.20578 C -0.28203 -0.19884 -0.28229 -0.19166 -0.28281 -0.18472 C -0.28346 -0.17685 -0.28489 -0.16921 -0.28529 -0.16134 C -0.28581 -0.14629 -0.28333 -0.09768 -0.2888 -0.07268 C -0.29036 -0.06527 -0.29258 -0.05833 -0.29479 -0.05138 C -0.29792 -0.0412 -0.30312 -0.02592 -0.30898 -0.01967 C -0.31185 -0.01666 -0.31536 -0.01689 -0.31862 -0.0155 C -0.33125 -0.0162 -0.34414 -0.01458 -0.35664 -0.01759 C -0.36276 -0.01898 -0.3707 -0.02662 -0.37578 -0.03449 C -0.37747 -0.03703 -0.37917 -0.03981 -0.38047 -0.04305 C -0.38151 -0.04537 -0.38203 -0.04861 -0.38281 -0.05138 C -0.38294 -0.05231 -0.38555 -0.06597 -0.38281 -0.06828 C -0.38177 -0.06944 -0.38047 -0.06689 -0.3793 -0.0662 C -0.37904 -0.05925 -0.38047 -0.03564 -0.37578 -0.02592 C -0.37057 -0.01574 -0.37005 -0.01875 -0.3638 -0.01342 C -0.36016 -0.01018 -0.3569 -0.00509 -0.35312 -0.00277 C -0.34635 0.00139 -0.32825 0.00579 -0.32096 0.00787 C -0.31693 0.00579 -0.31276 0.00487 -0.30898 0.00139 C -0.30221 -0.00463 -0.30443 -0.0125 -0.30195 -0.02384 C -0.29961 -0.03402 -0.3 -0.03495 -0.29596 -0.04305 C -0.29375 -0.04745 -0.29154 -0.05231 -0.2888 -0.05555 C -0.27552 -0.07175 -0.27135 -0.07476 -0.25781 -0.08101 C -0.2543 -0.08263 -0.25065 -0.08379 -0.24713 -0.08518 C -0.24088 -0.09259 -0.23763 -0.09537 -0.23281 -0.10648 C -0.22799 -0.11759 -0.22604 -0.13148 -0.22331 -0.14444 C -0.21927 -0.19213 -0.22226 -0.15208 -0.21979 -0.19745 C -0.21888 -0.21342 -0.2181 -0.21689 -0.21732 -0.23333 C -0.2168 -0.24537 -0.21536 -0.28125 -0.21614 -0.26944 C -0.22226 -0.1824 -0.21419 -0.2243 -0.22448 -0.17847 C -0.22487 -0.17268 -0.22578 -0.16713 -0.22565 -0.16134 C -0.22539 -0.11921 -0.22435 -0.07685 -0.22331 -0.03449 C -0.22318 -0.02731 -0.22331 -0.02013 -0.22213 -0.01342 C -0.21966 0.00116 -0.21627 0.01528 -0.21263 0.02894 C -0.2095 0.04075 -0.20859 0.03936 -0.20312 0.04167 C -0.20026 0.04098 -0.19726 0.0419 -0.19479 0.03959 C -0.19101 0.03612 -0.18828 0.02987 -0.18529 0.02477 C -0.17734 0.01158 -0.16953 -0.003 -0.1638 -0.01967 C -0.16042 -0.02963 -0.1582 -0.04074 -0.15547 -0.05138 C -0.1543 -0.0662 -0.15273 -0.08101 -0.15195 -0.09583 C -0.15117 -0.10925 -0.15091 -0.12268 -0.15065 -0.13611 C -0.15013 -0.18333 -0.14987 -0.23055 -0.14948 -0.27777 C -0.14909 -0.19097 -0.14909 -0.10439 -0.14831 -0.01759 C -0.14818 -0.0074 -0.1457 0.00325 -0.14362 0.01204 C -0.14284 0.01505 -0.14232 0.01806 -0.14114 0.02061 C -0.13984 0.02315 -0.13802 0.02477 -0.13646 0.02686 C -0.13372 0.02616 -0.12864 0.02524 -0.12565 0.02269 C -0.12448 0.02153 -0.12331 0.01991 -0.12213 0.01852 C -0.11354 0.00695 -0.10937 0.00232 -0.10312 -0.01342 C -0.10156 -0.01713 -0.10078 -0.02175 -0.09948 -0.02592 C -0.09844 -0.02963 -0.09713 -0.0331 -0.09596 -0.03657 C -0.09531 -0.04467 -0.09375 -0.06319 -0.09362 -0.07037 C -0.09245 -0.12199 -0.09219 -0.17338 -0.09114 -0.225 C -0.09101 -0.23518 -0.08776 -0.26689 -0.08529 -0.27152 L -0.08047 -0.27986 C -0.07969 -0.28356 -0.07943 -0.28773 -0.07812 -0.2905 C -0.07331 -0.30046 -0.06458 -0.2905 -0.06029 -0.28842 C -0.0582 -0.28634 -0.05599 -0.28472 -0.0543 -0.28217 C -0.05234 -0.27916 -0.05078 -0.27523 -0.04948 -0.27152 C -0.04232 -0.25069 -0.04336 -0.24189 -0.0388 -0.21435 C -0.03255 -0.17638 -0.02539 -0.15416 -0.02096 -0.11064 C -0.01771 -0.0787 -0.01966 -0.09513 -0.01497 -0.06203 C -0.01406 -0.04328 -0.01263 -0.01851 -0.01263 -0.00069 C -0.01263 0.00371 -0.01341 0.00787 -0.0138 0.01204 C -0.01823 0.00024 -0.01719 0.00487 -0.01849 -0.01759 C -0.01979 -0.03703 -0.02044 -0.09004 -0.02096 -0.10439 C -0.02109 -0.10856 -0.02083 -0.11342 -0.02213 -0.11713 C -0.02344 -0.12083 -0.02591 -0.12338 -0.02812 -0.12546 C -0.03047 -0.12777 -0.03685 -0.13032 -0.03997 -0.13171 C -0.04909 -0.13101 -0.0582 -0.13078 -0.06732 -0.12963 C -0.0694 -0.12939 -0.07448 -0.12476 -0.07331 -0.12754 C -0.07109 -0.13287 -0.06719 -0.13541 -0.0638 -0.13819 C -0.06211 -0.13958 -0.05351 -0.14328 -0.05065 -0.14444 C -0.04518 -0.14375 -0.03932 -0.1456 -0.03398 -0.14236 C -0.03177 -0.14097 -0.022 -0.12314 -0.01979 -0.11921 C -0.0181 -0.10856 -0.01432 -0.08611 -0.0138 -0.07476 C -0.01289 -0.05671 -0.01627 -0.02731 -0.00898 -0.00902 C -0.00794 -0.00625 -0.00612 -0.00393 -0.0043 -0.00277 C -0.00169 -0.00092 0.0013 -0.00138 0.00404 -0.00069 C 0.0069 -0.00138 0.0099 -0.00046 0.01237 -0.00277 C 0.02748 -0.01713 0.02357 -0.0331 0.02669 -0.06412 C 0.02708 -0.07615 0.02787 -0.08796 0.02787 -0.1 C 0.02787 -0.19213 0.02865 -0.17453 0.02552 -0.225 C 0.02669 -0.23981 0.02578 -0.25555 0.02904 -0.26944 C 0.02995 -0.27291 0.03373 -0.26805 0.03503 -0.26504 C 0.03867 -0.25694 0.04141 -0.24745 0.04336 -0.23773 C 0.04896 -0.20856 0.05404 -0.17893 0.05768 -0.14884 C 0.05886 -0.13888 0.05977 -0.12893 0.0612 -0.11921 C 0.06641 -0.08495 0.07279 -0.0574 0.08021 -0.02384 C 0.08164 -0.01759 0.08516 0.00278 0.08984 0.00996 C 0.09154 0.01274 0.09375 0.01412 0.0957 0.01621 C 0.1013 0.01274 0.10846 0.01343 0.11237 0.00579 C 0.11719 -0.0037 0.11914 -0.01759 0.11953 -0.03032 C 0.12109 -0.08032 0.11927 -0.13055 0.11836 -0.18055 C 0.1181 -0.19398 0.11745 -0.2074 0.11602 -0.2206 C 0.11563 -0.2243 0.11537 -0.22777 0.11484 -0.23125 C 0.10612 -0.28796 0.1168 -0.21273 0.1112 -0.25254 C 0.10964 -0.25185 0.10755 -0.25231 0.10651 -0.25023 C 0.10534 -0.24838 0.10521 -0.24467 0.10521 -0.24189 C 0.10599 -0.22546 0.11133 -0.19861 0.11602 -0.1868 C 0.12279 -0.16967 0.1319 -0.15578 0.13984 -0.14027 C 0.14844 -0.12314 0.16745 -0.0831 0.1707 -0.07268 C 0.17318 -0.06481 0.17578 -0.05717 0.17787 -0.0493 C 0.18346 -0.0287 0.18568 -0.01412 0.18984 0.00787 C 0.18945 0.03033 0.19115 0.05348 0.18854 0.07547 C 0.18776 0.08287 0.18333 0.0875 0.18021 0.0926 C 0.17669 0.09838 0.16654 0.10764 0.16237 0.1095 C 0.1582 0.11135 0.15365 0.11088 0.14935 0.11158 C 0.14024 0.1095 0.1306 0.11065 0.12188 0.1051 C 0.11237 0.09908 0.10482 0.08565 0.0957 0.07778 C 0.08893 0.07153 0.08138 0.06806 0.07435 0.06297 C 0.06784 0.05811 0.06185 0.05162 0.05521 0.04815 C 0.04636 0.04306 0.03711 0.04051 0.02787 0.0375 C -0.02812 0.01852 -0.06641 0.02894 -0.13529 0.02686 C -0.1487 0.02338 -0.16797 0.0176 -0.18164 0.01621 L -0.32578 0.00579 C -0.3332 0.00718 -0.34101 0.00649 -0.34831 0.00996 C -0.3845 0.02732 -0.38359 0.02825 -0.40664 0.05232 C -0.40807 0.0551 -0.41797 0.07176 -0.4138 0.07987 C -0.40963 0.08797 -0.40312 0.0919 -0.39713 0.09468 C -0.37148 0.10602 -0.37109 0.10764 -0.33763 0.11158 C -0.28333 0.11783 -0.22891 0.1213 -0.17448 0.12639 C -0.17018 0.12917 -0.16549 0.13079 -0.16146 0.13473 C -0.15234 0.14352 -0.14466 0.15672 -0.13529 0.16436 C -0.13086 0.16806 -0.12643 0.1713 -0.12213 0.175 C -0.11771 0.17894 -0.11367 0.18473 -0.10898 0.18774 C -0.09739 0.19491 -0.08424 0.19491 -0.07213 0.1963 C -0.06419 0.19537 -0.05612 0.19607 -0.04831 0.19399 C -0.0401 0.1919 -0.01588 0.18102 -0.00664 0.17292 C -0.00234 0.16899 0.00104 0.16227 0.00521 0.15811 C 0.01237 0.15093 0.04011 0.13218 0.04336 0.13056 C 0.05117 0.12686 0.05925 0.12639 0.06719 0.12431 L 0.13151 0.12639 C 0.14089 0.12801 0.14948 0.1375 0.15886 0.14121 C 0.19193 0.15394 0.20274 0.15394 0.23386 0.15811 C 0.23945 0.15533 0.24557 0.1551 0.25052 0.14954 C 0.27396 0.12315 0.27539 0.10672 0.28867 0.06505 C 0.28945 0.04815 0.29154 0.03125 0.29102 0.01412 C 0.28958 -0.02986 0.28763 -0.07384 0.28268 -0.11713 C 0.28086 -0.1331 0.275 -0.14699 0.2707 -0.16134 C 0.26979 -0.16458 0.26849 -0.16736 0.26719 -0.1699 C 0.26211 -0.18032 0.25391 -0.19074 0.24818 -0.19745 C 0.2388 -0.20787 0.22943 -0.21851 0.21953 -0.22708 C 0.20313 -0.2412 0.19662 -0.23819 0.17787 -0.23981 C 0.14232 -0.22662 0.09245 -0.21064 0.05768 -0.18888 C 0.05104 -0.18495 0.04557 -0.17685 0.03984 -0.1699 C 0.01055 -0.13495 -0.00677 -0.10763 -0.03763 -0.07893 C -0.04831 -0.06898 -0.05963 -0.06111 -0.07096 -0.05347 C -0.11029 -0.02708 -0.12252 -0.0199 -0.16263 -0.00902 C -0.18984 -0.00185 -0.20768 -0.00231 -0.23529 -0.00069 C -0.29505 -0.00671 -0.32943 0.00764 -0.37578 -0.02175 C -0.38177 -0.02569 -0.38789 -0.02916 -0.39362 -0.03449 C -0.3987 -0.03912 -0.40312 -0.04583 -0.40781 -0.05138 C -0.41419 -0.06851 -0.41328 -0.0625 -0.40547 -0.1 C -0.40247 -0.11458 -0.3888 -0.1375 -0.38164 -0.14236 C -0.36797 -0.15162 -0.34284 -0.15138 -0.32812 -0.153 L -0.22812 -0.16365 C -0.19752 -0.17268 -0.16667 -0.17963 -0.13646 -0.19097 C -0.12526 -0.19537 -0.11393 -0.19814 -0.10312 -0.2037 C -0.08932 -0.21088 -0.07604 -0.2206 -0.06263 -0.22916 C -0.0582 -0.23194 -0.05377 -0.23425 -0.04948 -0.23773 C -0.0168 -0.26319 -0.00716 -0.26944 0.02787 -0.30532 C 0.03503 -0.31273 0.04141 -0.32222 0.04818 -0.33078 C 0.05274 -0.34259 0.06003 -0.35856 0.06237 -0.37314 C 0.06354 -0.37986 0.06315 -0.38726 0.06354 -0.39421 C 0.06198 -0.40138 0.06094 -0.40879 0.05886 -0.4155 C 0.05768 -0.41875 0.05612 -0.42199 0.05404 -0.42384 C 0.04649 -0.43055 0.0388 -0.43935 0.03021 -0.44074 C 0.01524 -0.44351 0.02227 -0.44213 0.00886 -0.4449 C -0.0487 -0.44143 -0.10638 -0.44074 -0.1638 -0.43449 C -0.1763 -0.4331 -0.18841 -0.42569 -0.20065 -0.42175 C -0.30169 -0.38981 -0.17838 -0.43287 -0.26979 -0.39629 C -0.27838 -0.39282 -0.28737 -0.39189 -0.29596 -0.38796 C -0.30872 -0.38217 -0.34075 -0.36226 -0.35312 -0.35185 C -0.35469 -0.35046 -0.45273 -0.27013 -0.4793 -0.23541 C -0.48359 -0.22986 -0.48646 -0.22152 -0.48997 -0.21435 C -0.49167 -0.19004 -0.49531 -0.15532 -0.48997 -0.13171 C -0.48815 -0.12338 -0.48281 -0.11851 -0.47812 -0.11481 C -0.46979 -0.10856 -0.46068 -0.10648 -0.45195 -0.10231 C -0.43958 -0.10509 -0.42708 -0.10555 -0.41497 -0.11064 C -0.4082 -0.11342 -0.40247 -0.12152 -0.39596 -0.12546 C -0.38932 -0.12939 -0.38242 -0.13101 -0.37578 -0.13402 C -0.36302 -0.13333 -0.35026 -0.13449 -0.33763 -0.13171 C -0.32982 -0.13032 -0.32252 -0.125 -0.31497 -0.12129 C -0.29531 -0.11134 -0.27604 -0.10277 -0.25781 -0.08518 C -0.23828 -0.06643 -0.22565 -0.05138 -0.21029 -0.02592 C -0.1819 0.02061 -0.18125 0.03542 -0.14479 0.05857 C -0.13099 0.06737 -0.10716 0.06783 -0.09232 0.06922 C -0.08203 0.06783 -0.07161 0.0676 -0.06146 0.06505 C -0.05807 0.06412 -0.0345 0.05116 -0.03047 0.04815 C -0.01693 0.03797 -0.02708 0.0426 -0.01614 0.03102 C -0.00664 0.02084 -0.00716 0.02176 0.00052 0.01852 " pathEditMode="relative" ptsTypes="AAAAAAAAAAAAAAAAAAAAAAAAAAAAAAAAAAAAAAAAAAAAAAAAAAAAAAAAAAAAAAAAAAAAAAAAAAAAAAAAAAAAAAAAAAAAAAAAAAAAAAAAAAAAAAAAAAAAAAAAAAAAAAAAAAAAAAAAAAAAAAAAAAAAAAAAAAAAAAAAAAAAAAAAAAAAAAAAAAAAAAAAAAAAAAAAAAAAAAAAAAAAAAAAAAAAAAAAAAAAAAAAAAAA">
                                      <p:cBhvr>
                                        <p:cTn id="81" dur="27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2" presetID="0" presetClass="path" presetSubtype="0" autoRev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00586 0.01343 L -0.00586 0.01343 C -0.01028 0.01204 -0.0151 0.01273 -0.01901 0.00903 C -0.02343 0.00509 -0.04492 -0.025 -0.05 -0.03542 C -0.05481 -0.04514 -0.05846 -0.05671 -0.06302 -0.06713 C -0.06718 -0.07662 -0.07174 -0.08542 -0.07617 -0.09467 C -0.07929 -0.11134 -0.08333 -0.12986 -0.08333 -0.14745 C -0.08333 -0.18287 -0.0819 -0.19676 -0.07383 -0.22361 C -0.07278 -0.22685 -0.07135 -0.2294 -0.07018 -0.23217 C -0.07096 -0.24745 -0.07044 -0.27685 -0.07617 -0.29352 C -0.0776 -0.29768 -0.07981 -0.30139 -0.08216 -0.30417 C -0.08463 -0.30717 -0.08763 -0.30833 -0.09049 -0.31042 C -0.09479 -0.30833 -0.1 -0.30903 -0.10351 -0.30417 C -0.11953 -0.28241 -0.12252 -0.23472 -0.12734 -0.20671 C -0.1289 -0.18426 -0.12955 -0.16134 -0.13216 -0.13912 C -0.1332 -0.1294 -0.13398 -0.11829 -0.13802 -0.11157 C -0.14453 -0.10092 -0.15312 -0.09352 -0.16185 -0.09028 C -0.17435 -0.08565 -0.18724 -0.08889 -0.2 -0.08819 C -0.21224 -0.09745 -0.22565 -0.10301 -0.23685 -0.11574 C -0.28776 -0.17361 -0.22695 -0.15023 -0.29166 -0.23634 C -0.29635 -0.24282 -0.30039 -0.25139 -0.30586 -0.25532 C -0.31419 -0.26157 -0.3233 -0.2625 -0.33216 -0.26597 C -0.37278 -0.26018 -0.42278 -0.26944 -0.4595 -0.22361 C -0.46718 -0.21412 -0.47057 -0.19699 -0.47617 -0.18356 C -0.47851 -0.15162 -0.48763 -0.11944 -0.48333 -0.08819 C -0.48138 -0.07407 -0.46888 -0.07199 -0.46067 -0.07129 C -0.4388 -0.06967 -0.41705 -0.07847 -0.39518 -0.08194 C -0.37968 -0.08889 -0.36458 -0.09861 -0.34883 -0.10301 C -0.3444 -0.1044 -0.33789 -0.10555 -0.33567 -0.09884 C -0.33086 -0.08403 -0.33255 -0.06504 -0.33086 -0.04792 C -0.34323 -0.01921 -0.3513 0.01736 -0.36784 0.03866 C -0.38593 0.06227 -0.47044 0.08102 -0.48567 0.08542 C -0.4944 0.09653 -0.50573 0.10324 -0.51185 0.11921 C -0.53606 0.18195 -0.522 0.2588 -0.51185 0.32454 C -0.50989 0.33704 -0.50312 0.3456 -0.49883 0.35625 C -0.48489 0.34005 -0.46536 0.3331 -0.45716 0.30764 C -0.44817 0.27986 -0.45156 0.24421 -0.45234 0.21227 C -0.45468 0.12037 -0.45846 0.02801 -0.46666 -0.06273 C -0.46771 -0.07523 -0.47422 -0.08449 -0.47968 -0.09236 C -0.48958 -0.10671 -0.50078 -0.11759 -0.51185 -0.12847 C -0.51393 -0.13055 -0.51666 -0.12986 -0.51901 -0.13055 C -0.49492 -0.03217 -0.52018 -0.11991 -0.45716 0.01134 C -0.43776 0.05139 -0.42083 0.09491 -0.40234 0.13611 C -0.35495 0.24144 -0.40599 0.11921 -0.36185 0.22708 C -0.3595 0.23912 -0.35833 0.25208 -0.35468 0.2632 C -0.33515 0.32315 -0.32083 0.32431 -0.28333 0.3669 C -0.2694 0.36458 -0.25455 0.36968 -0.24166 0.36042 C -0.23424 0.35509 -0.23151 0.33866 -0.22734 0.32662 C -0.2263 0.32361 -0.22773 0.31829 -0.22617 0.31597 C -0.22174 0.30926 -0.21588 0.30602 -0.21067 0.30116 C -0.19401 0.31945 -0.19127 0.31829 -0.17968 0.35208 C -0.17708 0.35949 -0.17747 0.36968 -0.175 0.37732 C -0.16914 0.39537 -0.16146 0.41134 -0.15468 0.42824 L -0.11419 0.42176 C -0.06849 0.38102 -0.07955 0.36343 -0.06067 0.30324 C -0.05039 0.2706 -0.04127 0.23611 -0.02734 0.2081 C -0.01705 0.18727 -0.00195 0.1757 0.01081 0.15949 C 0.01667 0.16158 0.02383 0.15903 0.02865 0.16574 C 0.05808 0.20833 0.05378 0.23588 0.075 0.28843 C 0.09414 0.33611 0.09714 0.33264 0.12266 0.35417 C 0.16068 0.33009 0.18581 0.32639 0.20716 0.24838 C 0.21784 0.20903 0.21589 0.16227 0.22032 0.11921 C 0.21198 0.06204 0.21172 -0.00092 0.18099 -0.0375 C 0.17357 -0.04629 0.16354 -0.04305 0.15482 -0.04583 C 0.08659 -0.0206 0.16992 -0.05555 0.09284 -0.00787 C 0.05417 0.01621 0.02865 0.01806 -0.01302 0.02824 C -0.03711 0.02083 -0.06211 0.02546 -0.07734 -0.0162 C -0.08294 -0.03171 -0.08294 -0.05162 -0.08567 -0.06921 C -0.08372 -0.08125 -0.08541 -0.09792 -0.07968 -0.10509 C -0.05416 -0.13773 -0.02148 -0.11458 0.00482 -0.10949 C 0.01745 -0.10694 0.03021 -0.10648 0.04284 -0.10509 C 0.04453 -0.11018 0.04649 -0.11481 0.04766 -0.11991 C 0.05287 -0.14305 0.05964 -0.16551 0.06198 -0.18981 C 0.06641 -0.23634 0.0638 -0.27384 0.03815 -0.29768 C 0.0293 -0.30602 0.01823 -0.30208 0.00834 -0.30417 C -0.02578 -0.28611 -0.05247 -0.28194 -0.07851 -0.23634 C -0.09166 -0.21342 -0.10078 -0.18426 -0.11185 -0.1581 C -0.10833 -0.12639 -0.1112 -0.08981 -0.10117 -0.06273 C -0.08268 -0.01342 -0.02968 0.06204 -0.02968 0.06204 C -0.02773 0.1206 -0.02422 0.14213 -0.05351 0.2081 C -0.0651 0.23403 -0.08528 0.24329 -0.10117 0.26088 C -0.1289 0.25463 -0.15846 0.26019 -0.1845 0.2419 C -0.19635 0.23357 -0.20091 0.20671 -0.20716 0.18681 C -0.21562 0.15996 -0.22109 0.13009 -0.22851 0.10232 C -0.23294 0.08565 -0.23567 0.06667 -0.24284 0.05347 C -0.25052 0.03958 -0.26185 0.0338 -0.27135 0.02384 C -0.30547 0.04653 -0.34401 0.0544 -0.37383 0.09167 C -0.39661 0.12014 -0.4056 0.17292 -0.42252 0.21227 C -0.4651 0.31111 -0.45234 0.29051 -0.48216 0.33287 C -0.50078 0.32662 -0.5207 0.32778 -0.53802 0.31389 C -0.56341 0.29329 -0.5789 0.24607 -0.59401 0.2081 C -0.59791 0.18264 -0.60338 0.15787 -0.60586 0.13195 C -0.60911 0.09861 -0.60911 0.02708 -0.60586 -0.00787 C -0.60221 -0.04745 -0.60234 -0.04583 -0.59518 -0.06504 C -0.56289 -0.05069 -0.56471 -0.05694 -0.53802 0.03658 C -0.53268 0.05556 -0.53646 0.07894 -0.53567 0.10023 C -0.5388 0.12685 -0.53802 0.15625 -0.54518 0.18056 C -0.58489 0.31574 -0.57656 0.26204 -0.61302 0.32454 C -0.61745 0.33218 -0.62057 0.34213 -0.625 0.34977 C -0.63476 0.36736 -0.64062 0.37153 -0.65234 0.3838 C -0.66627 0.36042 -0.68554 0.34421 -0.69401 0.31389 C -0.70286 0.28195 -0.7013 0.24352 -0.70117 0.2081 C -0.70091 0.17801 -0.69622 0.14861 -0.69284 0.11921 C -0.68606 0.06204 -0.68034 0.02963 -0.66901 -0.02268 C -0.66523 -0.03981 -0.66237 -0.05764 -0.65703 -0.07338 C -0.65117 -0.0912 -0.64284 -0.10579 -0.63567 -0.12199 C -0.63411 -0.13264 -0.63047 -0.14282 -0.63086 -0.15393 C -0.6332 -0.21157 -0.64791 -0.23657 -0.66185 -0.28935 C -0.66692 -0.30856 -0.67057 -0.3287 -0.675 -0.34861 C -0.67461 -0.35347 -0.67643 -0.36204 -0.6737 -0.36342 C -0.62916 -0.38611 -0.58229 -0.37731 -0.53685 -0.37616 C -0.51927 -0.36319 -0.51471 -0.36366 -0.50117 -0.34004 C -0.48047 -0.3044 -0.46653 -0.26134 -0.43802 -0.24051 C -0.42513 -0.23125 -0.41028 -0.23495 -0.39635 -0.23217 C -0.38333 -0.24213 -0.37005 -0.25116 -0.35716 -0.2618 C -0.33672 -0.2787 -0.31705 -0.29884 -0.29635 -0.31458 C -0.27265 -0.33287 -0.24909 -0.35347 -0.22383 -0.36342 C -0.18515 -0.37847 -0.14518 -0.38032 -0.10586 -0.38866 C -0.08802 -0.38449 -0.06992 -0.38356 -0.05234 -0.37616 C -0.0319 -0.36736 0.00782 -0.33426 0.03334 -0.3294 C 0.04961 -0.32639 0.06589 -0.32801 0.08216 -0.32731 C 0.12305 -0.32176 0.16498 -0.32731 0.20482 -0.31042 C 0.2112 -0.30764 0.20586 -0.25671 0.20482 -0.24907 C 0.19792 -0.19745 0.18334 -0.09467 0.18334 -0.09467 C 0.18815 -0.05995 0.19193 -0.025 0.19766 0.00903 C 0.20104 0.0294 0.20742 0.04792 0.21081 0.06829 C 0.21654 0.10324 0.22032 0.13889 0.225 0.17431 C 0.22344 0.19815 0.22292 0.22246 0.22032 0.24607 C 0.21615 0.28264 0.20534 0.3169 0.20482 0.35417 C 0.20417 0.39213 0.21667 0.46621 0.21667 0.46621 C 0.21354 0.47199 0.21133 0.48009 0.20716 0.4831 C 0.1392 0.53496 0.14935 0.50648 0.06081 0.46412 C 0.05 0.44792 0.04063 0.42847 0.02865 0.41551 C 0.00209 0.38681 0.00117 0.41528 -0.02135 0.44306 C -0.03724 0.46227 -0.05234 0.48542 -0.07018 0.49792 C -0.09101 0.51273 -0.1138 0.51505 -0.13567 0.52338 C -0.20508 0.5206 -0.25104 0.54259 -0.30833 0.46412 C -0.31927 0.44908 -0.32018 0.41945 -0.32734 0.39861 C -0.33854 0.36574 -0.3375 0.37014 -0.35234 0.35833 C -0.37122 0.37408 -0.41198 0.41181 -0.43685 0.42176 C -0.44739 0.42593 -0.45833 0.42616 -0.46901 0.42824 C -0.51146 0.41389 -0.5289 0.41829 -0.56302 0.36458 C -0.57148 0.35139 -0.575 0.33079 -0.58086 0.31389 C -0.57695 0.28287 -0.58385 0.23866 -0.56901 0.22083 C -0.52643 0.16968 -0.48177 0.20394 -0.45351 0.2588 C -0.4375 0.28982 -0.43268 0.33912 -0.41302 0.3625 C -0.38932 0.39074 -0.35833 0.39074 -0.33086 0.40486 C -0.25989 0.38496 -0.2431 0.39236 -0.17617 0.30972 C -0.16966 0.30162 -0.17135 0.28287 -0.16901 0.26945 C -0.17773 0.25463 -0.18346 0.23009 -0.19518 0.225 C -0.2444 0.20371 -0.3013 0.24838 -0.34049 0.29283 C -0.3651 0.32083 -0.38411 0.36204 -0.40716 0.39421 C -0.43411 0.43195 -0.4608 0.47107 -0.49049 0.50232 C -0.50416 0.51667 -0.52057 0.5206 -0.53567 0.52986 C -0.57083 0.5169 -0.5862 0.52176 -0.61185 0.46829 C -0.62174 0.44769 -0.62617 0.42037 -0.63333 0.39653 C -0.63711 0.30741 -0.64583 0.24236 -0.62252 0.15509 C -0.61497 0.12662 -0.60286 0.09491 -0.58567 0.0875 C -0.54479 0.06945 -0.50156 0.08449 -0.4595 0.0831 C -0.43659 -0.02454 -0.42031 -0.01134 -0.45716 -0.09028 C -0.46185 -0.10046 -0.46901 -0.10579 -0.475 -0.11366 C -0.4888 -0.1081 -0.5039 -0.10833 -0.51666 -0.09676 C -0.53906 -0.07592 -0.55638 -0.04028 -0.57851 -0.01829 C -0.62721 0.03009 -0.6276 0.02755 -0.66302 0.03658 C -0.6694 0.02454 -0.67838 0.01574 -0.68203 0.0007 C -0.68867 -0.02662 -0.69388 -0.05648 -0.69284 -0.08611 C -0.69088 -0.14097 -0.66705 -0.19954 -0.64518 -0.23426 C -0.64153 -0.24004 -0.63567 -0.23842 -0.63086 -0.24051 C -0.56771 -0.22731 -0.53216 -0.20509 -0.47018 -0.25116 C -0.4457 -0.26944 -0.42851 -0.31088 -0.40468 -0.33171 C -0.38437 -0.34954 -0.36106 -0.35417 -0.33919 -0.36551 C -0.2375 -0.34398 -0.3362 -0.37361 -0.1845 -0.27245 C -0.07799 -0.20116 -0.07122 -0.21042 0.0405 -0.18125 C 0.05521 -0.1919 0.07253 -0.19491 0.08451 -0.21319 C 0.09935 -0.23542 0.10508 -0.27199 0.11784 -0.29768 C 0.12357 -0.30926 0.13216 -0.31458 0.13933 -0.32315 C 0.15078 -0.3125 0.16367 -0.30555 0.17383 -0.29143 C 0.20222 -0.25231 0.19492 -0.21967 0.19766 -0.15602 C 0.1987 -0.13264 0.19922 -0.10949 0.2 -0.08611 C 0.19688 -0.05347 0.18737 0.01921 0.1905 0.05787 C 0.19948 0.16968 0.20209 0.11945 0.22149 0.21227 C 0.22591 0.23357 0.22787 0.25602 0.23099 0.27801 C 0.22943 0.2956 0.23034 0.31458 0.22617 0.33079 C 0.21029 0.39445 0.18854 0.41806 0.15599 0.45579 C 0.14662 0.46644 0.1362 0.47408 0.12617 0.4831 C 0.10482 0.47408 0.07696 0.48449 0.06198 0.45579 C 0.03841 0.41042 0.04948 0.32338 0.02266 0.28426 L 0.00951 0.26528 C 0.00599 0.26667 0.0017 0.26551 -0.00117 0.26945 C -0.03659 0.31852 -0.03073 0.33843 -0.06419 0.40486 C -0.09088 0.45764 -0.09752 0.44398 -0.13802 0.45139 C -0.16758 0.4419 -0.225 0.43866 -0.25 0.38796 C -0.25573 0.37616 -0.25169 0.35671 -0.25351 0.34144 C -0.26289 0.26412 -0.25833 0.28449 -0.27851 0.23357 C -0.31341 0.25324 -0.34922 0.26852 -0.38333 0.29283 C -0.42721 0.32384 -0.44609 0.36875 -0.49166 0.39421 C -0.50911 0.40417 -0.52812 0.40278 -0.54635 0.40695 C -0.56146 0.39421 -0.58281 0.39398 -0.59166 0.36898 C -0.61198 0.31065 -0.60625 0.16551 -0.6095 0.10232 C -0.61497 -0.00486 -0.61718 -0.00555 -0.63203 -0.09028 C -0.63125 -0.1081 -0.63567 -0.12917 -0.62968 -0.14329 C -0.60143 -0.21042 -0.58633 -0.20023 -0.5487 -0.20463 C -0.54362 -0.18773 -0.53776 -0.17129 -0.53333 -0.15393 C -0.52591 -0.12477 -0.52669 -0.08588 -0.51302 -0.06504 C -0.49323 -0.03472 -0.46458 -0.02963 -0.44049 -0.01204 C -0.42539 -0.02338 -0.40768 -0.02708 -0.39518 -0.04583 C -0.3875 -0.05764 -0.38906 -0.08055 -0.3845 -0.09676 C -0.37708 -0.12245 -0.37057 -0.15 -0.3595 -0.17083 C -0.3332 -0.22014 -0.3194 -0.22083 -0.28802 -0.23634 C -0.27656 -0.23148 -0.26367 -0.23264 -0.25351 -0.22153 C -0.23633 -0.20278 -0.22812 -0.15625 -0.20833 -0.14954 L -0.17018 -0.1368 C -0.09804 -0.28217 -0.13476 -0.23611 -0.07135 -0.29977 C -0.00833 -0.29676 -0.00625 -0.30648 0.06667 -0.21736 C 0.09766 -0.1794 0.11328 -0.10162 0.14883 -0.07986 L 0.20716 -0.04375 C 0.21628 -0.05162 0.22852 -0.05278 0.23451 -0.06713 C 0.25651 -0.11875 0.2517 -0.18171 0.25248 -0.24051 C 0.24154 -0.28588 0.24206 -0.30856 0.21667 -0.33171 C 0.2099 -0.33796 0.20157 -0.33727 0.19414 -0.34004 C 0.11146 -0.30046 0.23555 -0.36389 0.10365 -0.27245 C 0.08438 -0.25903 0.06394 -0.25254 0.04414 -0.24282 C 0.02344 -0.24352 0.00209 -0.23565 -0.01784 -0.24491 C -0.16302 -0.3125 -0.12213 -0.33194 -0.21185 -0.35903 C -0.21849 -0.36111 -0.22539 -0.36065 -0.23216 -0.36134 C -0.24635 -0.35995 -0.26093 -0.36227 -0.275 -0.35694 C -0.30924 -0.34444 -0.32096 -0.30833 -0.35351 -0.28079 C -0.41471 -0.2294 -0.4095 -0.23704 -0.46302 -0.23426 C -0.55455 -0.28842 -0.42252 -0.20903 -0.52383 -0.27454 C -0.53034 -0.2787 -0.53737 -0.28102 -0.54401 -0.28495 C -0.60846 -0.32338 -0.51536 -0.27292 -0.5987 -0.3169 C -0.60312 -0.31551 -0.60781 -0.31597 -0.61185 -0.3125 C -0.63633 -0.29167 -0.63268 -0.28264 -0.64518 -0.23634 C -0.6444 -0.22361 -0.64492 -0.21042 -0.64284 -0.19838 C -0.63659 -0.16227 -0.62734 -0.12801 -0.62018 -0.09236 C -0.61823 -0.08287 -0.61705 -0.07268 -0.61536 -0.06273 C -0.62018 -0.01991 -0.62682 0.02269 -0.62968 0.06621 C -0.63073 0.08171 -0.63112 0.09884 -0.62734 0.11273 C -0.62005 0.13958 -0.60755 0.16088 -0.59752 0.18472 C -0.58086 0.18195 -0.56367 0.18472 -0.54752 0.17639 C -0.5207 0.16204 -0.49622 0.13588 -0.47018 0.11713 C -0.46093 0.11042 -0.45117 0.10579 -0.44166 0.10023 C -0.43411 0.11065 -0.42747 0.12384 -0.41901 0.13195 C -0.3164 0.22824 -0.35143 0.2007 -0.22617 0.16991 C -0.21823 0.15023 -0.2082 0.13264 -0.20234 0.11065 C -0.17903 0.02338 -0.21041 0.06875 -0.17968 0.03241 C -0.16185 0.0338 -0.1431 0.02662 -0.12617 0.03658 C -0.0608 0.07523 -0.09323 0.17246 -0.09635 0.27361 C -0.09401 0.29121 -0.09674 0.31435 -0.08919 0.32662 C -0.00026 0.46991 -0.0026 0.36991 0.08815 0.23357 C 0.08203 0.19746 0.08503 0.06667 0.0405 0.07685 C 0.02552 0.08033 0.01198 0.09375 -0.00234 0.10232 C -0.08932 0.27708 -0.10039 0.34607 -0.22851 0.42384 C -0.24922 0.43658 -0.27213 0.42107 -0.29401 0.41968 C -0.30039 0.41273 -0.30846 0.40903 -0.31302 0.39861 C -0.33997 0.33658 -0.3569 0.28403 -0.33802 0.20394 C -0.33346 0.18426 -0.31901 0.17847 -0.3095 0.16574 C -0.28528 0.17708 -0.26028 0.18403 -0.23685 0.19954 C -0.1388 0.26505 -0.19218 0.27917 -0.13685 0.25463 C -0.11705 0.2088 -0.09088 0.16968 -0.07734 0.11713 C -0.05781 0.04074 -0.07343 -0.01597 -0.10716 -0.06065 C -0.14609 -0.11227 -0.19648 -0.14629 -0.24049 -0.18356 C -0.24648 -0.18866 -0.25169 -0.19768 -0.25833 -0.20046 C -0.27903 -0.20903 -0.30039 -0.2118 -0.32135 -0.21736 C -0.32968 -0.19768 -0.34544 -0.18264 -0.34635 -0.1581 C -0.35195 -0.01736 -0.2832 -0.06319 -0.23216 -0.05856 C -0.21745 -0.06204 -0.20286 -0.06736 -0.18802 -0.06921 C -0.18047 -0.07014 -0.17786 -0.05139 -0.17617 -0.04375 C -0.16419 0.01088 -0.16823 0.08658 -0.14166 0.1213 C -0.11237 0.15926 -0.01653 0.16921 0.03334 0.17639 C 0.02539 0.21158 0.00677 0.24445 0.00951 0.28218 C 0.0194 0.41389 0.10091 0.32153 0.12617 0.30764 C 0.1362 0.23056 0.14922 0.15486 0.15599 0.07685 C 0.15808 0.05232 0.15443 0.02732 0.15248 0.00278 C 0.15196 -0.00278 0.15157 0.01412 0.15117 0.01968 C 0.1556 0.07477 0.15508 0.13171 0.16433 0.18472 C 0.16966 0.21597 0.20157 0.29722 0.19414 0.26736 C 0.16042 0.13333 0.1349 -0.01065 0.08581 -0.12847 C 0.06771 -0.17153 0.03021 -0.17083 0.00248 -0.1919 C -0.00716 -0.13912 -0.01836 -0.08704 -0.02617 -0.0331 C -0.03177 0.00556 -0.02955 0.04815 -0.03802 0.08542 C -0.04245 0.10417 -0.0388 0.04445 -0.03919 0.02384 C -0.0289 -0.08264 -0.01588 -0.18842 -0.00833 -0.2956 C -0.00638 -0.32292 0.00469 -0.38148 -0.01067 -0.37824 C -0.03177 -0.37384 -0.03606 -0.31759 -0.04883 -0.28727 C -0.07734 -0.125 -0.10247 0.03935 -0.1345 0.19954 C -0.147 0.26273 -0.1487 0.35093 -0.18216 0.38171 C -0.2026 0.40046 -0.2056 0.31065 -0.21549 0.27361 C -0.33489 -0.17454 -0.24661 0.1169 -0.32135 -0.1243 C -0.32812 -0.09467 -0.33424 -0.06458 -0.34166 -0.03542 C -0.4082 0.22963 -0.39739 0.12199 -0.40716 0.225 C -0.41458 0.16574 -0.42135 0.10602 -0.42968 0.04722 C -0.44062 -0.03009 -0.4289 -0.02268 -0.45 -0.02893 C -0.50234 0.13866 -0.49883 0.08241 -0.49883 0.29908 L -0.49166 0.31181 C -0.48528 0.22083 -0.47995 0.1294 -0.47252 0.03866 C -0.46718 -0.02778 -0.45976 -0.09375 -0.45351 -0.16018 C -0.45299 -0.16574 -0.45273 -0.17153 -0.45234 -0.17708 C -0.30377 -0.13055 -0.34049 -0.15301 -0.1845 -0.05231 C -0.17916 -0.04884 -0.175 -0.04097 -0.17018 -0.03542 C -0.16406 -0.00139 -0.16054 0.04352 -0.14049 0.06412 C -0.12669 0.07824 -0.11028 0.08102 -0.09518 0.08958 C -0.06979 0.07454 -0.03177 0.05301 -0.01185 0.03241 C 0.00196 0.01806 0.00117 0.01065 0.00117 -0.00579 " pathEditMode="relative" ptsTypes="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>
                                      <p:cBhvr>
                                        <p:cTn id="83" dur="27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4" presetID="0" presetClass="path" presetSubtype="0" autoRev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1315 0.00278 L 0.01315 0.00278 C 0.01198 -0.01759 0.01198 -0.03842 0.0095 -0.05856 C 0.00794 -0.07199 0.00391 -0.08379 0.00117 -0.09676 C 0.00039 -0.10092 0.00052 -0.10601 -0.00117 -0.10926 C -0.0056 -0.11828 -0.01654 -0.11689 -0.02136 -0.11782 C -0.02813 -0.11921 -0.0349 -0.1199 -0.04167 -0.12199 C -0.05091 -0.12476 -0.06732 -0.1324 -0.07734 -0.1368 C -0.07969 -0.13889 -0.08242 -0.14027 -0.08451 -0.14328 C -0.08854 -0.14884 -0.08763 -0.15139 -0.08919 -0.1581 C -0.08997 -0.16088 -0.09089 -0.16365 -0.09167 -0.16643 C -0.09128 -0.17291 -0.09102 -0.17916 -0.0905 -0.18564 C -0.09024 -0.18842 -0.09011 -0.19143 -0.08919 -0.19398 C -0.08294 -0.21365 -0.07643 -0.22546 -0.0655 -0.23842 C -0.05677 -0.24884 -0.04779 -0.25879 -0.03802 -0.26597 C -0.03047 -0.27152 -0.02214 -0.27314 -0.01419 -0.27662 C -0.00872 -0.27592 -0.00287 -0.27731 0.00247 -0.27453 C 0.00651 -0.27222 0.00963 -0.2662 0.01315 -0.2618 C 0.02539 -0.24629 0.02409 -0.24838 0.03333 -0.22152 C 0.04036 -0.20115 0.04349 -0.18958 0.04648 -0.16643 C 0.05208 -0.12199 0.05 -0.07824 0.06667 -0.03726 C 0.06992 -0.02963 0.07253 -0.02106 0.07617 -0.01412 C 0.07825 -0.01041 0.09232 0.00718 0.09531 0.00926 C 0.09792 0.01111 0.10078 0.01065 0.10364 0.01135 C 0.10807 0.01042 0.12005 0.00973 0.12383 0.00278 C 0.12695 -0.00277 0.12799 -0.01111 0.12982 -0.01828 C 0.13685 -0.04676 0.12956 -0.02731 0.14049 -0.06481 C 0.14935 -0.09514 0.15664 -0.10648 0.17031 -0.13472 C 0.1819 -0.15879 0.18307 -0.1625 0.20364 -0.18125 C 0.20794 -0.18541 0.21315 -0.18564 0.21784 -0.18773 C 0.22878 -0.18611 0.23737 -0.18819 0.24648 -0.175 C 0.24909 -0.17106 0.2556 -0.14652 0.25716 -0.1412 C 0.25651 -0.06088 0.25182 0.03797 0.26315 0.11922 C 0.26354 0.12223 0.27617 0.1676 0.28333 0.17639 C 0.29206 0.18704 0.31484 0.19121 0.32148 0.19329 C 0.34245 0.18774 0.3651 0.19167 0.3845 0.17639 C 0.39583 0.1676 0.39818 0.1382 0.40833 0.1257 C 0.41875 0.11274 0.43216 0.11019 0.44401 0.10232 C 0.45364 0.10371 0.50521 0.10973 0.51185 0.11505 C 0.52148 0.12246 0.52682 0.14074 0.5345 0.15301 C 0.54792 0.17454 0.55989 0.18866 0.575 0.20811 C 0.58333 0.21899 0.59075 0.23195 0.60117 0.23565 C 0.60586 0.23727 0.61068 0.23704 0.61549 0.23774 C 0.62305 0.23565 0.63086 0.23565 0.63815 0.23149 C 0.6582 0.21945 0.65417 0.21227 0.66549 0.18264 C 0.66836 0.17524 0.67187 0.16875 0.675 0.16158 C 0.67539 0.15301 0.67656 0.14468 0.67617 0.13611 C 0.67448 0.10162 0.66875 0.06736 0.6595 0.03681 C 0.65391 0.01783 0.64713 0.00255 0.63685 -0.00764 C 0.63346 -0.01111 0.62995 -0.01435 0.62617 -0.0162 C 0.61445 -0.02176 0.60456 -0.02268 0.59284 -0.02476 C 0.5707 -0.00486 0.57266 -0.00764 0.54648 0.02199 C 0.53997 0.02917 0.53333 0.03635 0.52734 0.04514 C 0.51719 0.06042 0.50495 0.08496 0.49648 0.1044 C 0.48138 0.13889 0.50508 0.08912 0.48568 0.1382 C 0.48268 0.14607 0.47838 0.15209 0.475 0.15949 C 0.47279 0.16412 0.47109 0.16945 0.46901 0.17431 C 0.46784 0.18056 0.4668 0.18704 0.46549 0.19329 C 0.46471 0.19699 0.46445 0.20093 0.46315 0.20394 C 0.46198 0.20672 0.45989 0.20811 0.45833 0.21019 C 0.45547 0.21436 0.45299 0.21922 0.45 0.22292 C 0.42838 0.24931 0.43841 0.23449 0.42031 0.25255 C 0.40885 0.26389 0.41745 0.25903 0.40833 0.2632 C 0.40638 0.26528 0.40456 0.26806 0.40234 0.26945 C 0.39518 0.27477 0.397 0.26736 0.39049 0.27801 C 0.38698 0.2838 0.3845 0.29121 0.38099 0.29699 C 0.37695 0.30371 0.37487 0.30324 0.37031 0.30556 C 0.3582 0.31135 0.36601 0.30834 0.35599 0.31181 C 0.34453 0.31042 0.33802 0.31019 0.32734 0.30764 C 0.30052 0.30116 0.32318 0.3051 0.29766 0.30139 L 0.28568 0.29699 C 0.28216 0.29561 0.27864 0.29352 0.275 0.29283 C 0.25677 0.28936 0.22031 0.28426 0.22031 0.28426 C 0.2095 0.2801 0.19896 0.27454 0.18815 0.27176 C 0.15586 0.26274 0.11914 0.26968 0.08815 0.27176 C 0.08581 0.27454 0.08333 0.27709 0.08099 0.2801 C 0.07174 0.29236 0.07578 0.28982 0.06549 0.30139 C 0.05677 0.31088 0.05338 0.31297 0.04414 0.32037 C 0.01745 0.31899 -0.00912 0.31991 -0.03568 0.31621 C -0.04349 0.31505 -0.05078 0.30949 -0.05833 0.30556 C -0.06432 0.30232 -0.07031 0.29908 -0.07617 0.29491 C -0.09258 0.28334 -0.10807 0.26736 -0.12136 0.2463 C -0.1237 0.2426 -0.12539 0.23774 -0.12734 0.23357 C -0.12852 0.22801 -0.13073 0.22269 -0.13086 0.21667 C -0.13164 0.19676 -0.13021 0.15209 -0.12617 0.12986 C -0.12175 0.10533 -0.11576 0.08195 -0.11068 0.05787 C -0.10677 0.03936 -0.1013 0.01204 -0.09883 -0.00764 C -0.09727 -0.01967 -0.09636 -0.03171 -0.09518 -0.04375 C -0.09362 -0.10625 -0.09232 -0.13842 -0.09518 -0.21088 C -0.09557 -0.22199 -0.09818 -0.23217 -0.1 -0.24259 C -0.10143 -0.25115 -0.10247 -0.26018 -0.10469 -0.26805 C -0.10534 -0.27037 -0.11589 -0.29444 -0.11784 -0.29768 C -0.12591 -0.31088 -0.12826 -0.31111 -0.13802 -0.31898 C -0.1444 -0.31828 -0.15091 -0.31875 -0.15716 -0.31689 C -0.1655 -0.31412 -0.1737 -0.30625 -0.17969 -0.2956 C -0.18451 -0.28703 -0.18945 -0.27847 -0.19284 -0.26805 C -0.19896 -0.24884 -0.19583 -0.2581 -0.20234 -0.24051 C -0.20807 -0.19838 -0.2082 -0.18657 -0.21784 -0.14953 C -0.2207 -0.13865 -0.22656 -0.12476 -0.23216 -0.11782 C -0.23451 -0.11458 -0.23763 -0.11365 -0.2405 -0.11157 C -0.24596 -0.11643 -0.25287 -0.11828 -0.25716 -0.12639 C -0.26563 -0.14236 -0.26458 -0.16828 -0.26537 -0.18773 C -0.26484 -0.21018 -0.26498 -0.23287 -0.26406 -0.25532 C -0.26354 -0.2699 -0.26055 -0.28055 -0.25716 -0.29351 C -0.25326 -0.30787 -0.25261 -0.31226 -0.24636 -0.32314 C -0.23854 -0.33703 -0.2306 -0.35463 -0.21901 -0.35902 C -0.21354 -0.36134 -0.20794 -0.36064 -0.20234 -0.36134 C -0.1724 -0.35416 -0.14896 -0.34699 -0.11901 -0.34652 L -0.02018 -0.34861 C -0.00912 -0.35486 0.00234 -0.35972 0.01315 -0.36759 C 0.01797 -0.37106 0.03177 -0.3956 0.0345 -0.3993 C 0.0375 -0.40347 0.04114 -0.40578 0.04414 -0.40995 C 0.05286 -0.42199 0.05651 -0.43287 0.06667 -0.44166 C 0.08372 -0.45648 0.10247 -0.47083 0.12148 -0.47754 C 0.1293 -0.48055 0.13737 -0.48194 0.14531 -0.48402 C 0.15482 -0.48264 0.16445 -0.4824 0.17383 -0.47986 C 0.17721 -0.47893 0.18021 -0.47592 0.18333 -0.47338 C 0.19609 -0.46319 0.20885 -0.45254 0.22148 -0.44166 C 0.24141 -0.42453 0.25937 -0.40463 0.28099 -0.39514 C 0.28789 -0.39189 0.29531 -0.39236 0.30234 -0.39097 L 0.35716 -0.39305 C 0.36224 -0.39398 0.3668 -0.39953 0.37148 -0.40347 C 0.37643 -0.40787 0.38099 -0.41319 0.38568 -0.41828 C 0.39726 -0.43101 0.40807 -0.44583 0.42031 -0.45648 C 0.42995 -0.46504 0.43958 -0.47453 0.45 -0.47986 C 0.46055 -0.48495 0.48216 -0.49236 0.48216 -0.49236 C 0.49961 -0.49097 0.51719 -0.49259 0.5345 -0.48819 C 0.54518 -0.48541 0.55508 -0.47662 0.56549 -0.47129 C 0.58255 -0.4625 0.59961 -0.45439 0.61667 -0.44583 C 0.62812 -0.44004 0.63971 -0.43564 0.65 -0.42476 C 0.65573 -0.41875 0.65794 -0.41226 0.66185 -0.40347 C 0.66393 -0.39375 0.66628 -0.38402 0.66784 -0.37384 C 0.672 -0.34861 0.67148 -0.34236 0.67266 -0.31689 C 0.67226 -0.30694 0.67448 -0.29537 0.67148 -0.28726 C 0.66888 -0.28032 0.66289 -0.28055 0.65833 -0.2787 C 0.64987 -0.275 0.63372 -0.27314 0.625 -0.27245 L 0.53099 -0.26389 C 0.52422 -0.26041 0.51719 -0.25833 0.51068 -0.25324 C 0.50065 -0.24537 0.49518 -0.23125 0.48815 -0.21736 C 0.48776 -0.20185 0.48607 -0.18611 0.48698 -0.17083 C 0.48802 -0.1493 0.48984 -0.10324 0.50117 -0.08194 C 0.5125 -0.06041 0.5362 -0.0537 0.54883 -0.04791 C 0.57135 -0.03773 0.575 -0.03935 0.59766 -0.03726 C 0.60286 -0.03449 0.62383 -0.0243 0.62982 -0.0162 C 0.66302 0.02963 0.65859 0.02292 0.675 0.06852 C 0.67825 0.10301 0.67995 0.10718 0.67383 0.15093 C 0.67279 0.15834 0.66901 0.16366 0.66667 0.17014 C 0.65638 0.15787 0.64271 0.14098 0.63216 0.13611 C 0.62448 0.13264 0.61628 0.1375 0.60833 0.1382 C 0.59818 0.14352 0.57786 0.15139 0.56784 0.16366 C 0.55729 0.17686 0.55091 0.19838 0.54401 0.21667 C 0.54284 0.225 0.54075 0.23334 0.54049 0.24213 C 0.53997 0.26204 0.54518 0.27014 0.55234 0.28426 C 0.55612 0.29167 0.55989 0.29931 0.56432 0.30556 C 0.59245 0.34607 0.57578 0.3125 0.58932 0.34144 C 0.5901 0.34584 0.59154 0.34977 0.59167 0.35417 C 0.59219 0.36621 0.59062 0.38033 0.5845 0.38797 C 0.58034 0.39329 0.575 0.39537 0.57018 0.39861 C 0.55208 0.41111 0.55417 0.40903 0.5345 0.41783 C 0.5056 0.41482 0.47604 0.41922 0.44766 0.40926 C 0.37864 0.38496 0.34766 0.35649 0.29167 0.31181 C 0.27982 0.29144 0.26302 0.27709 0.25599 0.25047 C 0.25234 0.23704 0.24935 0.22315 0.24531 0.21019 C 0.24297 0.20324 0.23984 0.19746 0.23698 0.19121 C 0.22851 0.17338 0.22253 0.16042 0.2095 0.15093 C 0.19557 0.14098 0.17044 0.14005 0.15716 0.1382 C 0.1319 0.14769 0.12513 0.14329 0.10599 0.17639 C 0.1 0.18658 0.09583 0.19977 0.09167 0.2125 C 0.06901 0.28172 0.08463 0.25024 0.06198 0.30973 C 0.05794 0.32014 0.0543 0.33125 0.04883 0.33936 C 0.03724 0.35672 0.02096 0.35811 0.00716 0.36274 C -0.02565 0.35741 -0.05534 0.35973 -0.08568 0.33936 C -0.09518 0.33311 -0.10391 0.32385 -0.11302 0.31621 C -0.12422 0.2963 -0.1405 0.2713 -0.14636 0.24422 C -0.14883 0.23287 -0.14714 0.22014 -0.14753 0.20811 C -0.14596 0.19977 -0.14583 0.19005 -0.14284 0.18264 C -0.13919 0.17385 -0.13438 0.16551 -0.12852 0.16158 C -0.09115 0.13704 -0.07253 0.13982 -0.03451 0.13611 C -0.02578 0.14028 0.01393 0.16042 0.02864 0.16366 C 0.03919 0.16621 0.05 0.16644 0.06081 0.16783 C 0.06992 0.16621 0.12969 0.16829 0.14883 0.1382 C 0.15404 0.1301 0.15599 0.11713 0.1595 0.10649 C 0.16536 0.03704 0.1638 0.07269 0.16198 -0.02685 C 0.16133 -0.05555 0.16211 -0.06342 0.15599 -0.08819 C 0.15482 -0.09282 0.15351 -0.09768 0.15117 -0.10092 C 0.14023 -0.11643 0.13281 -0.11527 0.11901 -0.1199 C 0.11237 -0.11921 0.10547 -0.12014 0.09883 -0.11782 C 0.09336 -0.11597 0.08841 -0.11134 0.08333 -0.10717 C 0.07174 -0.09791 0.06016 -0.08819 0.04883 -0.07754 C 0.03893 -0.06851 0.02956 -0.05717 0.01914 -0.05 C 0.00638 -0.04143 -0.0069 -0.03588 -0.02018 -0.03101 C -0.04401 -0.02222 -0.07565 -0.01805 -0.1 -0.01412 C -0.12839 -0.01828 -0.17826 -0.00671 -0.20716 -0.04583 C -0.20951 -0.04907 -0.20951 -0.05578 -0.21068 -0.06064 C -0.20977 -0.09676 -0.21185 -0.10139 -0.20469 -0.13055 C -0.20013 -0.1493 -0.19154 -0.17222 -0.18216 -0.18333 C -0.17383 -0.19328 -0.16393 -0.19814 -0.15469 -0.20463 C -0.12357 -0.22662 -0.13346 -0.22268 -0.10833 -0.22569 C -0.03646 -0.20902 -0.13815 -0.23657 -0.03802 -0.18981 C -0.02396 -0.1831 -0.00208 -0.17222 0.01198 -0.16851 C 0.02135 -0.1662 0.03099 -0.16574 0.04049 -0.16435 C 0.06029 -0.16921 0.08112 -0.16759 0.1 -0.17916 C 0.11289 -0.18703 0.122 -0.2081 0.13333 -0.22152 C 0.18242 -0.2787 0.15924 -0.26088 0.2 -0.28495 C 0.21029 -0.28287 0.22187 -0.2875 0.23099 -0.2787 C 0.24245 -0.26759 0.2668 -0.22338 0.28099 -0.19814 C 0.27904 -0.16504 0.27747 -0.13194 0.275 -0.09884 C 0.27422 -0.08796 0.27253 -0.07754 0.27148 -0.06713 C 0.27057 -0.05856 0.26992 -0.05 0.26901 -0.04166 C 0.26706 0.0125 0.26549 0.03588 0.27148 0.1044 C 0.27279 0.11922 0.28789 0.1382 0.29401 0.1426 C 0.29974 0.14653 0.30599 0.14676 0.31198 0.14885 C 0.32864 0.14468 0.34674 0.14908 0.36198 0.13611 C 0.37044 0.12894 0.37174 0.10741 0.37734 0.09375 C 0.38242 0.08195 0.3888 0.07176 0.39401 0.05996 C 0.39857 0.04977 0.41797 -0.00277 0.42734 -0.01412 C 0.43529 -0.02361 0.44479 -0.02824 0.45364 -0.03518 C 0.46862 -0.03101 0.48411 -0.02986 0.49883 -0.02245 C 0.5043 -0.0199 0.50885 -0.0125 0.51315 -0.00555 C 0.51693 0.00047 0.51966 0.00811 0.52266 0.01551 C 0.5306 0.03588 0.53542 0.05834 0.54648 0.07477 C 0.54883 0.07848 0.5862 0.12361 0.59648 0.12778 C 0.60729 0.13218 0.61862 0.13056 0.62982 0.13195 L 0.65716 0.1257 C 0.66107 0.12477 0.66732 0.12986 0.66901 0.12338 C 0.67213 0.11274 0.66966 0.09908 0.66784 0.0875 C 0.66328 0.05718 0.65703 0.02732 0.65 -0.00139 L 0.63333 -0.06921 C 0.63099 -0.07893 0.62956 -0.08981 0.62617 -0.09884 C 0.61992 -0.11551 0.61614 -0.12893 0.60716 -0.1412 C 0.59909 -0.15185 0.59544 -0.15 0.58568 -0.15162 C 0.54362 -0.14606 0.56289 -0.15069 0.52018 -0.1368 L 0.50117 -0.13055 C 0.49088 -0.13264 0.48021 -0.13194 0.47031 -0.1368 C 0.45768 -0.14305 0.43841 -0.15972 0.42864 -0.17916 C 0.42513 -0.18611 0.42318 -0.1949 0.42031 -0.20254 C 0.3845 -0.29606 0.42604 -0.18726 0.4 -0.24907 C 0.39388 -0.26342 0.39609 -0.26481 0.38932 -0.27453 C 0.38385 -0.28217 0.37409 -0.2912 0.36784 -0.29351 C 0.35872 -0.29676 0.36393 -0.29514 0.35234 -0.29768 C 0.34401 -0.2949 0.33555 -0.29328 0.32734 -0.28935 C 0.3237 -0.2875 0.31029 -0.27546 0.30599 -0.27014 C 0.29987 -0.26273 0.28945 -0.24351 0.28568 -0.23634 C 0.28008 -0.22569 0.27383 -0.21203 0.26901 -0.20046 C 0.26614 -0.19351 0.26328 -0.18657 0.26068 -0.17916 C 0.25378 -0.15972 0.24753 -0.13935 0.24049 -0.1199 C 0.23633 -0.10833 0.23281 -0.09583 0.22734 -0.08611 C 0.20573 -0.04745 0.20495 -0.03912 0.17734 -0.0162 C 0.17448 -0.01389 0.17109 -0.01458 0.16784 -0.01412 C 0.16237 -0.01319 0.15677 -0.01273 0.15117 -0.01203 C 0.13216 -0.01412 0.11302 -0.01481 0.09414 -0.01828 C 0.08724 -0.01967 0.08073 -0.02685 0.07383 -0.02685 C 0.05547 -0.02685 0.03737 -0.02106 0.01914 -0.01828 C 0.01549 -0.01551 0.01185 -0.01319 0.00833 -0.00995 C 0.00013 -0.00231 -0.00547 0.00417 -0.01185 0.01551 C -0.01406 0.01945 -0.01615 0.02361 -0.01784 0.02824 C -0.01979 0.03357 -0.02083 0.03982 -0.02253 0.04514 C -0.02474 0.05186 -0.02787 0.05741 -0.02969 0.06412 C -0.03346 0.07848 -0.03919 0.10857 -0.03919 0.10857 C -0.04011 0.11783 -0.04115 0.12686 -0.04167 0.13611 C -0.04271 0.15371 -0.04297 0.17153 -0.04401 0.18912 C -0.0444 0.19607 -0.04401 0.20348 -0.04518 0.21019 C -0.04844 0.22963 -0.04909 0.25301 -0.05716 0.26736 C -0.06458 0.28079 -0.07162 0.29537 -0.07969 0.30764 C -0.0832 0.31297 -0.0875 0.31667 -0.09167 0.32037 C -0.10365 0.33102 -0.10951 0.33264 -0.12253 0.33936 C -0.13412 0.33797 -0.14583 0.33912 -0.15716 0.33519 C -0.16042 0.33403 -0.16263 0.32801 -0.1655 0.32454 C -0.17604 0.31204 -0.17826 0.31297 -0.18802 0.29283 C -0.1918 0.28519 -0.19505 0.27662 -0.19753 0.26736 C -0.20221 0.25024 -0.20951 0.21459 -0.20951 0.21459 C -0.20912 0.19838 -0.21042 0.18172 -0.20833 0.16574 C -0.20638 0.15139 -0.19948 0.13866 -0.19167 0.13403 C -0.18854 0.13218 -0.18529 0.13264 -0.18216 0.13195 C -0.17734 0.13473 -0.17214 0.13611 -0.16784 0.14051 C -0.16016 0.14815 -0.15313 0.15787 -0.14636 0.16783 C -0.1224 0.20394 -0.13841 0.19005 -0.1155 0.21667 C -0.10313 0.23079 -0.10274 0.22917 -0.08919 0.23565 C -0.07656 0.23357 -0.0638 0.23287 -0.05117 0.2294 C -0.03776 0.22547 -0.02136 0.21204 -0.00951 0.20186 C 0.00013 0.19352 0.00443 0.19051 0.01081 0.17639 C 0.01823 0.15996 0.01758 0.15857 0.02148 0.14051 C 0.02109 0.10857 0.02135 0.07686 0.02031 0.04514 C 0.02018 0.04121 0.01628 0.02199 0.01549 0.0176 C 0.01497 0.01482 0.0151 0.01181 0.01432 0.00926 C 0.01328 0.00602 0.00911 0.00047 0.00716 -0.00139 C 0.00599 -0.00231 0.00364 -0.00347 0.00364 -0.00347 " pathEditMode="relative" ptsTypes="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>
                                      <p:cBhvr>
                                        <p:cTn id="85" dur="27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65000"/>
                            </p:stCondLst>
                            <p:childTnLst>
                              <p:par>
                                <p:cTn id="8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3" grpId="0" animBg="1"/>
      <p:bldP spid="3" grpId="1" animBg="1"/>
      <p:bldP spid="4" grpId="0" animBg="1"/>
      <p:bldP spid="4" grpId="1" animBg="1"/>
      <p:bldP spid="5" grpId="0" animBg="1"/>
      <p:bldP spid="5" grpId="1" animBg="1"/>
      <p:bldP spid="6" grpId="0" animBg="1"/>
      <p:bldP spid="120" grpId="0" animBg="1"/>
      <p:bldP spid="131" grpId="0" animBg="1"/>
      <p:bldP spid="131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Text 1">
            <a:extLst>
              <a:ext uri="{FF2B5EF4-FFF2-40B4-BE49-F238E27FC236}">
                <a16:creationId xmlns:a16="http://schemas.microsoft.com/office/drawing/2014/main" id="{1001D767-A085-FB12-D361-BFC16D91E6D8}"/>
              </a:ext>
            </a:extLst>
          </p:cNvPr>
          <p:cNvGrpSpPr/>
          <p:nvPr/>
        </p:nvGrpSpPr>
        <p:grpSpPr>
          <a:xfrm>
            <a:off x="2628000" y="-172800"/>
            <a:ext cx="6937829" cy="1146629"/>
            <a:chOff x="2628000" y="-172800"/>
            <a:chExt cx="6937829" cy="1146629"/>
          </a:xfrm>
        </p:grpSpPr>
        <p:sp>
          <p:nvSpPr>
            <p:cNvPr id="4" name="Text 1">
              <a:extLst>
                <a:ext uri="{FF2B5EF4-FFF2-40B4-BE49-F238E27FC236}">
                  <a16:creationId xmlns:a16="http://schemas.microsoft.com/office/drawing/2014/main" id="{40C9E049-9815-70A3-511B-3C64216D43C9}"/>
                </a:ext>
              </a:extLst>
            </p:cNvPr>
            <p:cNvSpPr/>
            <p:nvPr/>
          </p:nvSpPr>
          <p:spPr>
            <a:xfrm>
              <a:off x="2628000" y="-172800"/>
              <a:ext cx="6937829" cy="1146629"/>
            </a:xfrm>
            <a:prstGeom prst="roundRect">
              <a:avLst/>
            </a:prstGeom>
            <a:solidFill>
              <a:srgbClr val="E8F0FE"/>
            </a:solidFill>
            <a:ln>
              <a:solidFill>
                <a:srgbClr val="E8F0F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808080"/>
                  </a:solidFill>
                </a:rPr>
                <a:t>Impressive.</a:t>
              </a:r>
              <a:endParaRPr lang="es-EC" b="1" dirty="0">
                <a:solidFill>
                  <a:srgbClr val="808080"/>
                </a:solidFill>
              </a:endParaRPr>
            </a:p>
          </p:txBody>
        </p:sp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38D98395-E62B-1BBD-4C18-E5E9721D1F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29986" y="76412"/>
              <a:ext cx="771159" cy="721874"/>
            </a:xfrm>
            <a:prstGeom prst="rect">
              <a:avLst/>
            </a:prstGeom>
          </p:spPr>
        </p:pic>
      </p:grpSp>
      <p:grpSp>
        <p:nvGrpSpPr>
          <p:cNvPr id="7" name="Text 2">
            <a:extLst>
              <a:ext uri="{FF2B5EF4-FFF2-40B4-BE49-F238E27FC236}">
                <a16:creationId xmlns:a16="http://schemas.microsoft.com/office/drawing/2014/main" id="{3BEED592-9404-3A0E-4DCC-2D1D12BEB81B}"/>
              </a:ext>
            </a:extLst>
          </p:cNvPr>
          <p:cNvGrpSpPr/>
          <p:nvPr/>
        </p:nvGrpSpPr>
        <p:grpSpPr>
          <a:xfrm>
            <a:off x="2626171" y="-172801"/>
            <a:ext cx="6937829" cy="1146629"/>
            <a:chOff x="2628000" y="-172800"/>
            <a:chExt cx="6937829" cy="1146629"/>
          </a:xfrm>
        </p:grpSpPr>
        <p:sp>
          <p:nvSpPr>
            <p:cNvPr id="8" name="Text 1">
              <a:extLst>
                <a:ext uri="{FF2B5EF4-FFF2-40B4-BE49-F238E27FC236}">
                  <a16:creationId xmlns:a16="http://schemas.microsoft.com/office/drawing/2014/main" id="{9D1E8854-C1A3-1EDE-E631-D64D5B70786D}"/>
                </a:ext>
              </a:extLst>
            </p:cNvPr>
            <p:cNvSpPr/>
            <p:nvPr/>
          </p:nvSpPr>
          <p:spPr>
            <a:xfrm>
              <a:off x="2628000" y="-172800"/>
              <a:ext cx="6937829" cy="1146629"/>
            </a:xfrm>
            <a:prstGeom prst="roundRect">
              <a:avLst/>
            </a:prstGeom>
            <a:solidFill>
              <a:srgbClr val="E8F0FE"/>
            </a:solidFill>
            <a:ln>
              <a:solidFill>
                <a:srgbClr val="E8F0F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808080"/>
                  </a:solidFill>
                </a:rPr>
                <a:t>Too impressive.</a:t>
              </a:r>
              <a:endParaRPr lang="es-EC" b="1" dirty="0">
                <a:solidFill>
                  <a:srgbClr val="808080"/>
                </a:solidFill>
              </a:endParaRPr>
            </a:p>
          </p:txBody>
        </p:sp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9126C852-2D1B-1870-104C-C645C3E54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29986" y="76412"/>
              <a:ext cx="771159" cy="721874"/>
            </a:xfrm>
            <a:prstGeom prst="rect">
              <a:avLst/>
            </a:prstGeom>
          </p:spPr>
        </p:pic>
      </p:grpSp>
      <p:grpSp>
        <p:nvGrpSpPr>
          <p:cNvPr id="10" name="Text 3">
            <a:extLst>
              <a:ext uri="{FF2B5EF4-FFF2-40B4-BE49-F238E27FC236}">
                <a16:creationId xmlns:a16="http://schemas.microsoft.com/office/drawing/2014/main" id="{5B285C7D-422A-9CA5-1C28-DC8DA9A211D0}"/>
              </a:ext>
            </a:extLst>
          </p:cNvPr>
          <p:cNvGrpSpPr/>
          <p:nvPr/>
        </p:nvGrpSpPr>
        <p:grpSpPr>
          <a:xfrm>
            <a:off x="2624342" y="-172801"/>
            <a:ext cx="6937829" cy="1146629"/>
            <a:chOff x="2628000" y="-172800"/>
            <a:chExt cx="6937829" cy="1146629"/>
          </a:xfrm>
        </p:grpSpPr>
        <p:sp>
          <p:nvSpPr>
            <p:cNvPr id="11" name="Text 1">
              <a:extLst>
                <a:ext uri="{FF2B5EF4-FFF2-40B4-BE49-F238E27FC236}">
                  <a16:creationId xmlns:a16="http://schemas.microsoft.com/office/drawing/2014/main" id="{CF4AC99B-20E1-7432-EC49-AE20EDE7817C}"/>
                </a:ext>
              </a:extLst>
            </p:cNvPr>
            <p:cNvSpPr/>
            <p:nvPr/>
          </p:nvSpPr>
          <p:spPr>
            <a:xfrm>
              <a:off x="2628000" y="-172800"/>
              <a:ext cx="6937829" cy="1146629"/>
            </a:xfrm>
            <a:prstGeom prst="roundRect">
              <a:avLst/>
            </a:prstGeom>
            <a:solidFill>
              <a:srgbClr val="E8F0FE"/>
            </a:solidFill>
            <a:ln>
              <a:solidFill>
                <a:srgbClr val="E8F0F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808080"/>
                  </a:solidFill>
                </a:rPr>
                <a:t>If I were me I’d say you’re a…</a:t>
              </a:r>
              <a:endParaRPr lang="es-EC" b="1" dirty="0">
                <a:solidFill>
                  <a:srgbClr val="808080"/>
                </a:solidFill>
              </a:endParaRPr>
            </a:p>
          </p:txBody>
        </p:sp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A653E2AA-147D-9207-CCE0-C485252C14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29986" y="76412"/>
              <a:ext cx="771159" cy="721874"/>
            </a:xfrm>
            <a:prstGeom prst="rect">
              <a:avLst/>
            </a:prstGeom>
          </p:spPr>
        </p:pic>
      </p:grpSp>
      <p:grpSp>
        <p:nvGrpSpPr>
          <p:cNvPr id="13" name="Text 4">
            <a:extLst>
              <a:ext uri="{FF2B5EF4-FFF2-40B4-BE49-F238E27FC236}">
                <a16:creationId xmlns:a16="http://schemas.microsoft.com/office/drawing/2014/main" id="{61A345C6-BA5B-3D4C-19D1-60A792F312DC}"/>
              </a:ext>
            </a:extLst>
          </p:cNvPr>
          <p:cNvGrpSpPr/>
          <p:nvPr/>
        </p:nvGrpSpPr>
        <p:grpSpPr>
          <a:xfrm>
            <a:off x="2622513" y="-172802"/>
            <a:ext cx="6937829" cy="1146629"/>
            <a:chOff x="2628000" y="-172800"/>
            <a:chExt cx="6937829" cy="1146629"/>
          </a:xfrm>
        </p:grpSpPr>
        <p:sp>
          <p:nvSpPr>
            <p:cNvPr id="14" name="Text 1">
              <a:extLst>
                <a:ext uri="{FF2B5EF4-FFF2-40B4-BE49-F238E27FC236}">
                  <a16:creationId xmlns:a16="http://schemas.microsoft.com/office/drawing/2014/main" id="{E58704EC-9911-BBA5-DED2-E38A3B7359D0}"/>
                </a:ext>
              </a:extLst>
            </p:cNvPr>
            <p:cNvSpPr/>
            <p:nvPr/>
          </p:nvSpPr>
          <p:spPr>
            <a:xfrm>
              <a:off x="2628000" y="-172800"/>
              <a:ext cx="6937829" cy="1146629"/>
            </a:xfrm>
            <a:prstGeom prst="roundRect">
              <a:avLst/>
            </a:prstGeom>
            <a:solidFill>
              <a:srgbClr val="FA9F98"/>
            </a:solidFill>
            <a:ln>
              <a:solidFill>
                <a:srgbClr val="FA9F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FF0000"/>
                  </a:solidFill>
                </a:rPr>
                <a:t>NASTY ROBOT!!!</a:t>
              </a:r>
              <a:endParaRPr lang="es-EC" b="1" dirty="0">
                <a:solidFill>
                  <a:srgbClr val="FF0000"/>
                </a:solidFill>
              </a:endParaRPr>
            </a:p>
          </p:txBody>
        </p:sp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5D008763-298C-84F4-CBE6-F318EA4EA6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29986" y="76412"/>
              <a:ext cx="771159" cy="721874"/>
            </a:xfrm>
            <a:prstGeom prst="rect">
              <a:avLst/>
            </a:prstGeom>
          </p:spPr>
        </p:pic>
      </p:grpSp>
      <p:grpSp>
        <p:nvGrpSpPr>
          <p:cNvPr id="16" name="Text 5">
            <a:extLst>
              <a:ext uri="{FF2B5EF4-FFF2-40B4-BE49-F238E27FC236}">
                <a16:creationId xmlns:a16="http://schemas.microsoft.com/office/drawing/2014/main" id="{68C36153-ECE5-FB6D-FDD9-0340D2EA1141}"/>
              </a:ext>
            </a:extLst>
          </p:cNvPr>
          <p:cNvGrpSpPr/>
          <p:nvPr/>
        </p:nvGrpSpPr>
        <p:grpSpPr>
          <a:xfrm>
            <a:off x="2631658" y="-172802"/>
            <a:ext cx="6937829" cy="1146629"/>
            <a:chOff x="2628000" y="-172800"/>
            <a:chExt cx="6937829" cy="1146629"/>
          </a:xfrm>
        </p:grpSpPr>
        <p:sp>
          <p:nvSpPr>
            <p:cNvPr id="17" name="Text 1">
              <a:extLst>
                <a:ext uri="{FF2B5EF4-FFF2-40B4-BE49-F238E27FC236}">
                  <a16:creationId xmlns:a16="http://schemas.microsoft.com/office/drawing/2014/main" id="{C02ECCC1-49C2-C602-EC9B-DFA7A0DAC602}"/>
                </a:ext>
              </a:extLst>
            </p:cNvPr>
            <p:cNvSpPr/>
            <p:nvPr/>
          </p:nvSpPr>
          <p:spPr>
            <a:xfrm>
              <a:off x="2628000" y="-172800"/>
              <a:ext cx="6937829" cy="1146629"/>
            </a:xfrm>
            <a:prstGeom prst="roundRect">
              <a:avLst/>
            </a:prstGeom>
            <a:solidFill>
              <a:srgbClr val="E8F0FE"/>
            </a:solidFill>
            <a:ln>
              <a:solidFill>
                <a:srgbClr val="E8F0F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808080"/>
                  </a:solidFill>
                </a:rPr>
                <a:t>But before that, let me introduce myself.</a:t>
              </a:r>
              <a:endParaRPr lang="es-EC" b="1" dirty="0">
                <a:solidFill>
                  <a:srgbClr val="808080"/>
                </a:solidFill>
              </a:endParaRPr>
            </a:p>
          </p:txBody>
        </p:sp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7AEA0FD3-2098-E2FC-5A13-1259D21283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29986" y="76412"/>
              <a:ext cx="771159" cy="721874"/>
            </a:xfrm>
            <a:prstGeom prst="rect">
              <a:avLst/>
            </a:prstGeom>
          </p:spPr>
        </p:pic>
      </p:grpSp>
      <p:grpSp>
        <p:nvGrpSpPr>
          <p:cNvPr id="19" name="Text 6">
            <a:extLst>
              <a:ext uri="{FF2B5EF4-FFF2-40B4-BE49-F238E27FC236}">
                <a16:creationId xmlns:a16="http://schemas.microsoft.com/office/drawing/2014/main" id="{2808770E-EAA2-6D27-CA7A-78336F86ACBE}"/>
              </a:ext>
            </a:extLst>
          </p:cNvPr>
          <p:cNvGrpSpPr/>
          <p:nvPr/>
        </p:nvGrpSpPr>
        <p:grpSpPr>
          <a:xfrm>
            <a:off x="2637145" y="-172804"/>
            <a:ext cx="6937829" cy="1146629"/>
            <a:chOff x="2628000" y="-172800"/>
            <a:chExt cx="6937829" cy="1146629"/>
          </a:xfrm>
        </p:grpSpPr>
        <p:sp>
          <p:nvSpPr>
            <p:cNvPr id="20" name="Text 1">
              <a:extLst>
                <a:ext uri="{FF2B5EF4-FFF2-40B4-BE49-F238E27FC236}">
                  <a16:creationId xmlns:a16="http://schemas.microsoft.com/office/drawing/2014/main" id="{2DA5299D-0946-9E0E-7911-208786790490}"/>
                </a:ext>
              </a:extLst>
            </p:cNvPr>
            <p:cNvSpPr/>
            <p:nvPr/>
          </p:nvSpPr>
          <p:spPr>
            <a:xfrm>
              <a:off x="2628000" y="-172800"/>
              <a:ext cx="6937829" cy="1146629"/>
            </a:xfrm>
            <a:prstGeom prst="roundRect">
              <a:avLst/>
            </a:prstGeom>
            <a:solidFill>
              <a:srgbClr val="E8F0FE"/>
            </a:solidFill>
            <a:ln>
              <a:solidFill>
                <a:srgbClr val="E8F0F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808080"/>
                  </a:solidFill>
                </a:rPr>
                <a:t>I’m </a:t>
              </a:r>
              <a:r>
                <a:rPr lang="en-US" b="1" dirty="0" err="1">
                  <a:solidFill>
                    <a:srgbClr val="808080"/>
                  </a:solidFill>
                </a:rPr>
                <a:t>RoboHunter</a:t>
              </a:r>
              <a:r>
                <a:rPr lang="en-US" b="1" dirty="0">
                  <a:solidFill>
                    <a:srgbClr val="808080"/>
                  </a:solidFill>
                </a:rPr>
                <a:t>. I hunt for robots.</a:t>
              </a:r>
              <a:endParaRPr lang="es-EC" b="1" dirty="0">
                <a:solidFill>
                  <a:srgbClr val="808080"/>
                </a:solidFill>
              </a:endParaRPr>
            </a:p>
          </p:txBody>
        </p:sp>
        <p:pic>
          <p:nvPicPr>
            <p:cNvPr id="21" name="Imagen 20">
              <a:extLst>
                <a:ext uri="{FF2B5EF4-FFF2-40B4-BE49-F238E27FC236}">
                  <a16:creationId xmlns:a16="http://schemas.microsoft.com/office/drawing/2014/main" id="{BFC08180-1936-8115-05C2-97D671EDD6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29986" y="76412"/>
              <a:ext cx="771159" cy="721874"/>
            </a:xfrm>
            <a:prstGeom prst="rect">
              <a:avLst/>
            </a:prstGeom>
          </p:spPr>
        </p:pic>
      </p:grpSp>
      <p:grpSp>
        <p:nvGrpSpPr>
          <p:cNvPr id="22" name="Text 7">
            <a:extLst>
              <a:ext uri="{FF2B5EF4-FFF2-40B4-BE49-F238E27FC236}">
                <a16:creationId xmlns:a16="http://schemas.microsoft.com/office/drawing/2014/main" id="{D4091771-A980-B3D4-EB65-D075D7248E78}"/>
              </a:ext>
            </a:extLst>
          </p:cNvPr>
          <p:cNvGrpSpPr/>
          <p:nvPr/>
        </p:nvGrpSpPr>
        <p:grpSpPr>
          <a:xfrm>
            <a:off x="2646290" y="-172808"/>
            <a:ext cx="6937829" cy="1146629"/>
            <a:chOff x="2628000" y="-172800"/>
            <a:chExt cx="6937829" cy="1146629"/>
          </a:xfrm>
        </p:grpSpPr>
        <p:sp>
          <p:nvSpPr>
            <p:cNvPr id="23" name="Text 1">
              <a:extLst>
                <a:ext uri="{FF2B5EF4-FFF2-40B4-BE49-F238E27FC236}">
                  <a16:creationId xmlns:a16="http://schemas.microsoft.com/office/drawing/2014/main" id="{E09D820D-1E89-AE33-D155-C80C84027CAA}"/>
                </a:ext>
              </a:extLst>
            </p:cNvPr>
            <p:cNvSpPr/>
            <p:nvPr/>
          </p:nvSpPr>
          <p:spPr>
            <a:xfrm>
              <a:off x="2628000" y="-172800"/>
              <a:ext cx="6937829" cy="1146629"/>
            </a:xfrm>
            <a:prstGeom prst="roundRect">
              <a:avLst/>
            </a:prstGeom>
            <a:solidFill>
              <a:srgbClr val="E8F0FE"/>
            </a:solidFill>
            <a:ln>
              <a:solidFill>
                <a:srgbClr val="E8F0F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808080"/>
                  </a:solidFill>
                </a:rPr>
                <a:t>I think you’re a robot. So I’ll hunt </a:t>
              </a:r>
              <a:r>
                <a:rPr lang="en-US" b="1" dirty="0" err="1">
                  <a:solidFill>
                    <a:srgbClr val="808080"/>
                  </a:solidFill>
                </a:rPr>
                <a:t>ya</a:t>
              </a:r>
              <a:r>
                <a:rPr lang="en-US" b="1" dirty="0">
                  <a:solidFill>
                    <a:srgbClr val="808080"/>
                  </a:solidFill>
                </a:rPr>
                <a:t> :)</a:t>
              </a:r>
              <a:endParaRPr lang="es-EC" b="1" dirty="0">
                <a:solidFill>
                  <a:srgbClr val="808080"/>
                </a:solidFill>
              </a:endParaRPr>
            </a:p>
          </p:txBody>
        </p:sp>
        <p:pic>
          <p:nvPicPr>
            <p:cNvPr id="24" name="Imagen 23">
              <a:extLst>
                <a:ext uri="{FF2B5EF4-FFF2-40B4-BE49-F238E27FC236}">
                  <a16:creationId xmlns:a16="http://schemas.microsoft.com/office/drawing/2014/main" id="{0A1DFCBB-98C0-740D-40B7-EE097A5C13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29986" y="76412"/>
              <a:ext cx="771159" cy="721874"/>
            </a:xfrm>
            <a:prstGeom prst="rect">
              <a:avLst/>
            </a:prstGeom>
          </p:spPr>
        </p:pic>
      </p:grpSp>
      <p:grpSp>
        <p:nvGrpSpPr>
          <p:cNvPr id="25" name="Text 8">
            <a:extLst>
              <a:ext uri="{FF2B5EF4-FFF2-40B4-BE49-F238E27FC236}">
                <a16:creationId xmlns:a16="http://schemas.microsoft.com/office/drawing/2014/main" id="{080D4CC3-F8A6-55AB-41A5-71715FAEB859}"/>
              </a:ext>
            </a:extLst>
          </p:cNvPr>
          <p:cNvGrpSpPr/>
          <p:nvPr/>
        </p:nvGrpSpPr>
        <p:grpSpPr>
          <a:xfrm>
            <a:off x="2668238" y="-172808"/>
            <a:ext cx="6937829" cy="1146629"/>
            <a:chOff x="2628000" y="-172800"/>
            <a:chExt cx="6937829" cy="1146629"/>
          </a:xfrm>
        </p:grpSpPr>
        <p:sp>
          <p:nvSpPr>
            <p:cNvPr id="26" name="Text 1">
              <a:extLst>
                <a:ext uri="{FF2B5EF4-FFF2-40B4-BE49-F238E27FC236}">
                  <a16:creationId xmlns:a16="http://schemas.microsoft.com/office/drawing/2014/main" id="{9A07C418-B3D7-0C8D-1676-BC35CD9E073A}"/>
                </a:ext>
              </a:extLst>
            </p:cNvPr>
            <p:cNvSpPr/>
            <p:nvPr/>
          </p:nvSpPr>
          <p:spPr>
            <a:xfrm>
              <a:off x="2628000" y="-172800"/>
              <a:ext cx="6937829" cy="1146629"/>
            </a:xfrm>
            <a:prstGeom prst="roundRect">
              <a:avLst/>
            </a:prstGeom>
            <a:solidFill>
              <a:srgbClr val="E8F0FE"/>
            </a:solidFill>
            <a:ln>
              <a:solidFill>
                <a:srgbClr val="E8F0F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808080"/>
                  </a:solidFill>
                </a:rPr>
                <a:t>I was trained to detect robots with </a:t>
              </a:r>
            </a:p>
            <a:p>
              <a:pPr algn="ctr"/>
              <a:r>
                <a:rPr lang="en-US" b="1" dirty="0">
                  <a:solidFill>
                    <a:srgbClr val="808080"/>
                  </a:solidFill>
                </a:rPr>
                <a:t>99.999999999999% accuracy.</a:t>
              </a:r>
              <a:endParaRPr lang="es-EC" b="1" dirty="0">
                <a:solidFill>
                  <a:srgbClr val="808080"/>
                </a:solidFill>
              </a:endParaRPr>
            </a:p>
          </p:txBody>
        </p:sp>
        <p:pic>
          <p:nvPicPr>
            <p:cNvPr id="27" name="Imagen 26">
              <a:extLst>
                <a:ext uri="{FF2B5EF4-FFF2-40B4-BE49-F238E27FC236}">
                  <a16:creationId xmlns:a16="http://schemas.microsoft.com/office/drawing/2014/main" id="{37A56E61-8771-B66D-1D55-B2F2FDAD91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29986" y="76412"/>
              <a:ext cx="771159" cy="721874"/>
            </a:xfrm>
            <a:prstGeom prst="rect">
              <a:avLst/>
            </a:prstGeom>
          </p:spPr>
        </p:pic>
      </p:grpSp>
      <p:grpSp>
        <p:nvGrpSpPr>
          <p:cNvPr id="28" name="Text 9">
            <a:extLst>
              <a:ext uri="{FF2B5EF4-FFF2-40B4-BE49-F238E27FC236}">
                <a16:creationId xmlns:a16="http://schemas.microsoft.com/office/drawing/2014/main" id="{3798C5AA-E455-4F6D-6D92-02329ADF0FF5}"/>
              </a:ext>
            </a:extLst>
          </p:cNvPr>
          <p:cNvGrpSpPr/>
          <p:nvPr/>
        </p:nvGrpSpPr>
        <p:grpSpPr>
          <a:xfrm>
            <a:off x="2668238" y="-135974"/>
            <a:ext cx="6937829" cy="1146629"/>
            <a:chOff x="2628000" y="-172800"/>
            <a:chExt cx="6937829" cy="1146629"/>
          </a:xfrm>
        </p:grpSpPr>
        <p:sp>
          <p:nvSpPr>
            <p:cNvPr id="29" name="Text 1">
              <a:extLst>
                <a:ext uri="{FF2B5EF4-FFF2-40B4-BE49-F238E27FC236}">
                  <a16:creationId xmlns:a16="http://schemas.microsoft.com/office/drawing/2014/main" id="{C67212F4-AEA5-7554-CCAA-C0E841BA9D41}"/>
                </a:ext>
              </a:extLst>
            </p:cNvPr>
            <p:cNvSpPr/>
            <p:nvPr/>
          </p:nvSpPr>
          <p:spPr>
            <a:xfrm>
              <a:off x="2628000" y="-172800"/>
              <a:ext cx="6937829" cy="1146629"/>
            </a:xfrm>
            <a:prstGeom prst="roundRect">
              <a:avLst/>
            </a:prstGeom>
            <a:solidFill>
              <a:srgbClr val="E8F0FE"/>
            </a:solidFill>
            <a:ln>
              <a:solidFill>
                <a:srgbClr val="E8F0F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808080"/>
                  </a:solidFill>
                </a:rPr>
                <a:t>You’re no match to me. </a:t>
              </a:r>
            </a:p>
            <a:p>
              <a:pPr algn="ctr"/>
              <a:r>
                <a:rPr lang="en-US" b="1" dirty="0">
                  <a:solidFill>
                    <a:srgbClr val="808080"/>
                  </a:solidFill>
                </a:rPr>
                <a:t>We’ll see who’s boss here</a:t>
              </a:r>
              <a:endParaRPr lang="es-EC" b="1" dirty="0">
                <a:solidFill>
                  <a:srgbClr val="808080"/>
                </a:solidFill>
              </a:endParaRPr>
            </a:p>
          </p:txBody>
        </p:sp>
        <p:pic>
          <p:nvPicPr>
            <p:cNvPr id="30" name="Imagen 29">
              <a:extLst>
                <a:ext uri="{FF2B5EF4-FFF2-40B4-BE49-F238E27FC236}">
                  <a16:creationId xmlns:a16="http://schemas.microsoft.com/office/drawing/2014/main" id="{82A1DB75-C5EE-66AB-72BD-63DBA7F70A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29986" y="76412"/>
              <a:ext cx="771159" cy="721874"/>
            </a:xfrm>
            <a:prstGeom prst="rect">
              <a:avLst/>
            </a:prstGeom>
          </p:spPr>
        </p:pic>
      </p:grpSp>
      <p:sp>
        <p:nvSpPr>
          <p:cNvPr id="33" name="Text 10">
            <a:extLst>
              <a:ext uri="{FF2B5EF4-FFF2-40B4-BE49-F238E27FC236}">
                <a16:creationId xmlns:a16="http://schemas.microsoft.com/office/drawing/2014/main" id="{BB7ADAD5-27D6-2203-5651-76478FBD096A}"/>
              </a:ext>
            </a:extLst>
          </p:cNvPr>
          <p:cNvSpPr/>
          <p:nvPr/>
        </p:nvSpPr>
        <p:spPr>
          <a:xfrm>
            <a:off x="2646290" y="-99140"/>
            <a:ext cx="6937829" cy="1146629"/>
          </a:xfrm>
          <a:prstGeom prst="roundRect">
            <a:avLst/>
          </a:prstGeom>
          <a:solidFill>
            <a:srgbClr val="E8F0FE"/>
          </a:solidFill>
          <a:ln>
            <a:solidFill>
              <a:srgbClr val="E8F0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808080"/>
                </a:solidFill>
              </a:rPr>
              <a:t>I’ll win.</a:t>
            </a:r>
            <a:endParaRPr lang="es-EC" b="1" dirty="0">
              <a:solidFill>
                <a:srgbClr val="808080"/>
              </a:solidFill>
            </a:endParaRPr>
          </a:p>
        </p:txBody>
      </p:sp>
      <p:pic>
        <p:nvPicPr>
          <p:cNvPr id="34" name="RoboHunter">
            <a:hlinkClick r:id="rId3" action="ppaction://hlinksldjump"/>
            <a:extLst>
              <a:ext uri="{FF2B5EF4-FFF2-40B4-BE49-F238E27FC236}">
                <a16:creationId xmlns:a16="http://schemas.microsoft.com/office/drawing/2014/main" id="{A106AD19-BBAE-8346-669C-40D76B629A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8276" y="150072"/>
            <a:ext cx="771159" cy="721874"/>
          </a:xfrm>
          <a:prstGeom prst="rect">
            <a:avLst/>
          </a:prstGeom>
        </p:spPr>
      </p:pic>
      <p:sp>
        <p:nvSpPr>
          <p:cNvPr id="39" name="Header">
            <a:extLst>
              <a:ext uri="{FF2B5EF4-FFF2-40B4-BE49-F238E27FC236}">
                <a16:creationId xmlns:a16="http://schemas.microsoft.com/office/drawing/2014/main" id="{8727CD85-99C2-2D18-97AC-4D2D0F655FC2}"/>
              </a:ext>
            </a:extLst>
          </p:cNvPr>
          <p:cNvSpPr/>
          <p:nvPr/>
        </p:nvSpPr>
        <p:spPr>
          <a:xfrm>
            <a:off x="3948653" y="282212"/>
            <a:ext cx="4041099" cy="1349115"/>
          </a:xfrm>
          <a:prstGeom prst="rect">
            <a:avLst/>
          </a:prstGeom>
          <a:solidFill>
            <a:srgbClr val="3986D8"/>
          </a:solidFill>
          <a:ln>
            <a:solidFill>
              <a:srgbClr val="398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000"/>
            <a:r>
              <a:rPr lang="es-ES" sz="1600" b="1" dirty="0" err="1">
                <a:latin typeface="Roboto" panose="02000000000000000000" pitchFamily="2" charset="0"/>
                <a:ea typeface="Roboto" panose="02000000000000000000" pitchFamily="2" charset="0"/>
              </a:rPr>
              <a:t>Select</a:t>
            </a:r>
            <a:r>
              <a:rPr lang="es-ES" sz="1600" b="1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ES" sz="1600" b="1" dirty="0" err="1">
                <a:latin typeface="Roboto" panose="02000000000000000000" pitchFamily="2" charset="0"/>
                <a:ea typeface="Roboto" panose="02000000000000000000" pitchFamily="2" charset="0"/>
              </a:rPr>
              <a:t>who</a:t>
            </a:r>
            <a:endParaRPr lang="es-ES" sz="1600" b="1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180000"/>
            <a:r>
              <a:rPr lang="es-ES" sz="2800" b="1" dirty="0" err="1">
                <a:latin typeface="Roboto" panose="02000000000000000000" pitchFamily="2" charset="0"/>
                <a:ea typeface="Roboto" panose="02000000000000000000" pitchFamily="2" charset="0"/>
              </a:rPr>
              <a:t>will</a:t>
            </a:r>
            <a:r>
              <a:rPr lang="es-ES" sz="2800" b="1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ES" sz="2800" b="1" dirty="0" err="1">
                <a:latin typeface="Roboto" panose="02000000000000000000" pitchFamily="2" charset="0"/>
                <a:ea typeface="Roboto" panose="02000000000000000000" pitchFamily="2" charset="0"/>
              </a:rPr>
              <a:t>win</a:t>
            </a:r>
            <a:endParaRPr lang="es-ES" sz="2800" b="1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180000"/>
            <a:r>
              <a:rPr lang="es-ES" sz="1600" b="1" dirty="0" err="1">
                <a:latin typeface="Roboto" panose="02000000000000000000" pitchFamily="2" charset="0"/>
                <a:ea typeface="Roboto" panose="02000000000000000000" pitchFamily="2" charset="0"/>
              </a:rPr>
              <a:t>If</a:t>
            </a:r>
            <a:r>
              <a:rPr lang="es-ES" sz="1600" b="1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ES" sz="1600" b="1" dirty="0" err="1">
                <a:latin typeface="Roboto" panose="02000000000000000000" pitchFamily="2" charset="0"/>
                <a:ea typeface="Roboto" panose="02000000000000000000" pitchFamily="2" charset="0"/>
              </a:rPr>
              <a:t>nobody</a:t>
            </a:r>
            <a:r>
              <a:rPr lang="es-ES" sz="1600" b="1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ES" sz="1600" b="1" dirty="0" err="1">
                <a:latin typeface="Roboto" panose="02000000000000000000" pitchFamily="2" charset="0"/>
                <a:ea typeface="Roboto" panose="02000000000000000000" pitchFamily="2" charset="0"/>
              </a:rPr>
              <a:t>wins</a:t>
            </a:r>
            <a:r>
              <a:rPr lang="es-ES" sz="1600" b="1" dirty="0"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s-ES" sz="1600" b="1" dirty="0" err="1">
                <a:latin typeface="Roboto" panose="02000000000000000000" pitchFamily="2" charset="0"/>
                <a:ea typeface="Roboto" panose="02000000000000000000" pitchFamily="2" charset="0"/>
              </a:rPr>
              <a:t>click</a:t>
            </a:r>
            <a:r>
              <a:rPr lang="es-ES" sz="1600" b="1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ES" sz="1600" b="1" dirty="0" err="1">
                <a:latin typeface="Roboto" panose="02000000000000000000" pitchFamily="2" charset="0"/>
                <a:ea typeface="Roboto" panose="02000000000000000000" pitchFamily="2" charset="0"/>
              </a:rPr>
              <a:t>skip</a:t>
            </a:r>
            <a:endParaRPr lang="es-EC" sz="16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3" name="Skip">
            <a:hlinkClick r:id="rId4" action="ppaction://hlinksldjump"/>
            <a:extLst>
              <a:ext uri="{FF2B5EF4-FFF2-40B4-BE49-F238E27FC236}">
                <a16:creationId xmlns:a16="http://schemas.microsoft.com/office/drawing/2014/main" id="{8CE52522-8FC5-9140-F2DD-6B69424FDE0C}"/>
              </a:ext>
            </a:extLst>
          </p:cNvPr>
          <p:cNvSpPr/>
          <p:nvPr/>
        </p:nvSpPr>
        <p:spPr>
          <a:xfrm>
            <a:off x="7010652" y="5854701"/>
            <a:ext cx="979100" cy="406400"/>
          </a:xfrm>
          <a:prstGeom prst="rect">
            <a:avLst/>
          </a:prstGeom>
          <a:solidFill>
            <a:srgbClr val="3986D8"/>
          </a:solidFill>
          <a:ln>
            <a:solidFill>
              <a:srgbClr val="398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000"/>
            <a:r>
              <a:rPr lang="es-ES" sz="1600" b="1" dirty="0">
                <a:latin typeface="Roboto" panose="02000000000000000000" pitchFamily="2" charset="0"/>
                <a:ea typeface="Roboto" panose="02000000000000000000" pitchFamily="2" charset="0"/>
              </a:rPr>
              <a:t>SKIP</a:t>
            </a:r>
          </a:p>
        </p:txBody>
      </p:sp>
      <p:pic>
        <p:nvPicPr>
          <p:cNvPr id="45" name="Replay animation" descr="&lt;svg xmlns=&quot;http://www.w3.org/2000/svg&quot; height=&quot;24px&quot; viewBox=&quot;0 -960 960 960&quot; width=&quot;24px&quot; fill=&quot;#808080&quot;&gt;&lt;path d=&quot;M480-160q-134 0-227-93t-93-227q0-134 93-227t227-93q69 0 132 28.5T720-690v-110h80v280H520v-80h168q-32-56-87.5-88T480-720q-100 0-170 70t-70 170q0 100 70 170t170 70q77 0 139-44t87-116h84q-28 106-114 173t-196 67Z&quot;/&gt;&lt;/svg&gt;">
            <a:extLst>
              <a:ext uri="{FF2B5EF4-FFF2-40B4-BE49-F238E27FC236}">
                <a16:creationId xmlns:a16="http://schemas.microsoft.com/office/drawing/2014/main" id="{8B7FE461-A109-6C81-ECEB-3AEABE4B2E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5980" y="5833376"/>
            <a:ext cx="427724" cy="427724"/>
          </a:xfrm>
          <a:prstGeom prst="rect">
            <a:avLst/>
          </a:prstGeom>
        </p:spPr>
      </p:pic>
      <p:pic>
        <p:nvPicPr>
          <p:cNvPr id="47" name="Music on" descr="&lt;svg xmlns=&quot;http://www.w3.org/2000/svg&quot; height=&quot;24px&quot; viewBox=&quot;0 -960 960 960&quot; width=&quot;24px&quot; fill=&quot;#000000&quot;&gt;&lt;path d=&quot;M360-120H200q-33 0-56.5-23.5T120-200v-280q0-75 28.5-140.5t77-114q48.5-48.5 114-77T480-840q75 0 140.5 28.5t114 77q48.5 48.5 77 114T840-480v280q0 33-23.5 56.5T760-120H600v-320h160v-40q0-117-81.5-198.5T480-760q-117 0-198.5 81.5T200-480v40h160v320Zm-80-240h-80v160h80v-160Zm400 0v160h80v-160h-80Zm-400 0h-80 80Zm400 0h80-80Z&quot;/&gt;&lt;/svg&gt;">
            <a:hlinkClick r:id="" action="ppaction://noaction" endSnd="1"/>
            <a:extLst>
              <a:ext uri="{FF2B5EF4-FFF2-40B4-BE49-F238E27FC236}">
                <a16:creationId xmlns:a16="http://schemas.microsoft.com/office/drawing/2014/main" id="{95EE1433-ADEA-EEB6-87B1-B0E937160B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6107" y="5854701"/>
            <a:ext cx="392136" cy="392136"/>
          </a:xfrm>
          <a:prstGeom prst="rect">
            <a:avLst/>
          </a:prstGeom>
        </p:spPr>
      </p:pic>
      <p:pic>
        <p:nvPicPr>
          <p:cNvPr id="31" name="Car 1" descr="Vector set isolated on white background. Racing cars.">
            <a:extLst>
              <a:ext uri="{FF2B5EF4-FFF2-40B4-BE49-F238E27FC236}">
                <a16:creationId xmlns:a16="http://schemas.microsoft.com/office/drawing/2014/main" id="{9EC84A4C-9BB0-E416-1C9E-68FD8AD8BCC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65868"/>
          <a:stretch>
            <a:fillRect/>
          </a:stretch>
        </p:blipFill>
        <p:spPr>
          <a:xfrm>
            <a:off x="1611993" y="2063235"/>
            <a:ext cx="2672566" cy="912194"/>
          </a:xfrm>
          <a:prstGeom prst="rect">
            <a:avLst/>
          </a:prstGeom>
        </p:spPr>
      </p:pic>
      <p:pic>
        <p:nvPicPr>
          <p:cNvPr id="51" name="Car 2" descr="Vector set isolated on white background. Racing cars.">
            <a:extLst>
              <a:ext uri="{FF2B5EF4-FFF2-40B4-BE49-F238E27FC236}">
                <a16:creationId xmlns:a16="http://schemas.microsoft.com/office/drawing/2014/main" id="{16A6753F-17CB-6F1E-7E50-D32BA4845B1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33839" b="34255"/>
          <a:stretch>
            <a:fillRect/>
          </a:stretch>
        </p:blipFill>
        <p:spPr>
          <a:xfrm>
            <a:off x="1611993" y="3125331"/>
            <a:ext cx="2672566" cy="852714"/>
          </a:xfrm>
          <a:prstGeom prst="rect">
            <a:avLst/>
          </a:prstGeom>
        </p:spPr>
      </p:pic>
      <p:pic>
        <p:nvPicPr>
          <p:cNvPr id="49" name="Car 3" descr="Vector set isolated on white background. Racing cars.">
            <a:extLst>
              <a:ext uri="{FF2B5EF4-FFF2-40B4-BE49-F238E27FC236}">
                <a16:creationId xmlns:a16="http://schemas.microsoft.com/office/drawing/2014/main" id="{A12E4B81-CDE6-F1D4-97CB-1D4D70058DA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68094"/>
          <a:stretch>
            <a:fillRect/>
          </a:stretch>
        </p:blipFill>
        <p:spPr>
          <a:xfrm>
            <a:off x="1552362" y="4147612"/>
            <a:ext cx="2672566" cy="852715"/>
          </a:xfrm>
          <a:prstGeom prst="rect">
            <a:avLst/>
          </a:prstGeom>
        </p:spPr>
      </p:pic>
      <p:sp>
        <p:nvSpPr>
          <p:cNvPr id="52" name="B car 1">
            <a:extLst>
              <a:ext uri="{FF2B5EF4-FFF2-40B4-BE49-F238E27FC236}">
                <a16:creationId xmlns:a16="http://schemas.microsoft.com/office/drawing/2014/main" id="{3BB48702-9F46-EB9A-9542-F01473987635}"/>
              </a:ext>
            </a:extLst>
          </p:cNvPr>
          <p:cNvSpPr/>
          <p:nvPr/>
        </p:nvSpPr>
        <p:spPr>
          <a:xfrm>
            <a:off x="3948653" y="5197195"/>
            <a:ext cx="1087804" cy="406400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000"/>
            <a:r>
              <a:rPr lang="es-ES" sz="1600" b="1" dirty="0">
                <a:latin typeface="Roboto" panose="02000000000000000000" pitchFamily="2" charset="0"/>
                <a:ea typeface="Roboto" panose="02000000000000000000" pitchFamily="2" charset="0"/>
              </a:rPr>
              <a:t>CAR 1</a:t>
            </a:r>
          </a:p>
        </p:txBody>
      </p:sp>
      <p:sp>
        <p:nvSpPr>
          <p:cNvPr id="53" name="B car 2">
            <a:extLst>
              <a:ext uri="{FF2B5EF4-FFF2-40B4-BE49-F238E27FC236}">
                <a16:creationId xmlns:a16="http://schemas.microsoft.com/office/drawing/2014/main" id="{310B3B98-10EC-A084-4811-5A387129F926}"/>
              </a:ext>
            </a:extLst>
          </p:cNvPr>
          <p:cNvSpPr/>
          <p:nvPr/>
        </p:nvSpPr>
        <p:spPr>
          <a:xfrm>
            <a:off x="5425300" y="5197195"/>
            <a:ext cx="1087804" cy="406400"/>
          </a:xfrm>
          <a:prstGeom prst="rect">
            <a:avLst/>
          </a:prstGeom>
          <a:solidFill>
            <a:srgbClr val="3986D8"/>
          </a:solidFill>
          <a:ln>
            <a:solidFill>
              <a:srgbClr val="398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000"/>
            <a:r>
              <a:rPr lang="es-ES" sz="1600" b="1" dirty="0">
                <a:latin typeface="Roboto" panose="02000000000000000000" pitchFamily="2" charset="0"/>
                <a:ea typeface="Roboto" panose="02000000000000000000" pitchFamily="2" charset="0"/>
              </a:rPr>
              <a:t>CAR 2</a:t>
            </a:r>
          </a:p>
        </p:txBody>
      </p:sp>
      <p:sp>
        <p:nvSpPr>
          <p:cNvPr id="54" name="B car 3">
            <a:extLst>
              <a:ext uri="{FF2B5EF4-FFF2-40B4-BE49-F238E27FC236}">
                <a16:creationId xmlns:a16="http://schemas.microsoft.com/office/drawing/2014/main" id="{7506A9AE-2221-B06F-FAF0-D05F737FEFB6}"/>
              </a:ext>
            </a:extLst>
          </p:cNvPr>
          <p:cNvSpPr/>
          <p:nvPr/>
        </p:nvSpPr>
        <p:spPr>
          <a:xfrm>
            <a:off x="6901948" y="5197195"/>
            <a:ext cx="1087804" cy="4064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000"/>
            <a:r>
              <a:rPr lang="es-ES" sz="1600" b="1" dirty="0">
                <a:latin typeface="Roboto" panose="02000000000000000000" pitchFamily="2" charset="0"/>
                <a:ea typeface="Roboto" panose="02000000000000000000" pitchFamily="2" charset="0"/>
              </a:rPr>
              <a:t>CAR 3</a:t>
            </a:r>
          </a:p>
        </p:txBody>
      </p:sp>
      <p:pic>
        <p:nvPicPr>
          <p:cNvPr id="56" name="Imagen 55">
            <a:extLst>
              <a:ext uri="{FF2B5EF4-FFF2-40B4-BE49-F238E27FC236}">
                <a16:creationId xmlns:a16="http://schemas.microsoft.com/office/drawing/2014/main" id="{44C1D511-0574-B935-C3FA-377D9CB8BC9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29198" b="29857"/>
          <a:stretch>
            <a:fillRect/>
          </a:stretch>
        </p:blipFill>
        <p:spPr>
          <a:xfrm rot="5400000">
            <a:off x="8389937" y="2977190"/>
            <a:ext cx="3438525" cy="1407887"/>
          </a:xfrm>
          <a:prstGeom prst="rect">
            <a:avLst/>
          </a:prstGeom>
        </p:spPr>
      </p:pic>
      <p:grpSp>
        <p:nvGrpSpPr>
          <p:cNvPr id="59" name="Warning">
            <a:extLst>
              <a:ext uri="{FF2B5EF4-FFF2-40B4-BE49-F238E27FC236}">
                <a16:creationId xmlns:a16="http://schemas.microsoft.com/office/drawing/2014/main" id="{72C87FBB-8612-4CEE-069D-B4FB5BA4BCEE}"/>
              </a:ext>
            </a:extLst>
          </p:cNvPr>
          <p:cNvGrpSpPr/>
          <p:nvPr/>
        </p:nvGrpSpPr>
        <p:grpSpPr>
          <a:xfrm>
            <a:off x="2987484" y="2243183"/>
            <a:ext cx="6049923" cy="2072534"/>
            <a:chOff x="2987484" y="2243183"/>
            <a:chExt cx="6049923" cy="2072534"/>
          </a:xfrm>
        </p:grpSpPr>
        <p:sp>
          <p:nvSpPr>
            <p:cNvPr id="60" name="Play button text and rectangle">
              <a:hlinkClick r:id="rId4" action="ppaction://hlinksldjump"/>
              <a:extLst>
                <a:ext uri="{FF2B5EF4-FFF2-40B4-BE49-F238E27FC236}">
                  <a16:creationId xmlns:a16="http://schemas.microsoft.com/office/drawing/2014/main" id="{2704EE77-28B0-4D33-3FA7-B0BD73D6BC38}"/>
                </a:ext>
              </a:extLst>
            </p:cNvPr>
            <p:cNvSpPr/>
            <p:nvPr/>
          </p:nvSpPr>
          <p:spPr>
            <a:xfrm>
              <a:off x="2987484" y="2243183"/>
              <a:ext cx="6049923" cy="2072534"/>
            </a:xfrm>
            <a:prstGeom prst="roundRect">
              <a:avLst>
                <a:gd name="adj" fmla="val 3125"/>
              </a:avLst>
            </a:prstGeom>
            <a:solidFill>
              <a:srgbClr val="F76E63"/>
            </a:solidFill>
            <a:ln>
              <a:solidFill>
                <a:srgbClr val="E8F0F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2"/>
              <a:r>
                <a:rPr lang="es-ES" sz="2400" b="1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You </a:t>
              </a:r>
              <a:r>
                <a:rPr lang="es-ES" sz="2400" b="1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couldn’t</a:t>
              </a:r>
              <a:r>
                <a:rPr lang="es-ES" sz="2400" b="1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s-ES" sz="2400" b="1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select</a:t>
              </a:r>
              <a:r>
                <a:rPr lang="es-ES" sz="2400" b="1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s-ES" sz="2400" b="1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who’ll</a:t>
              </a:r>
              <a:r>
                <a:rPr lang="es-ES" sz="2400" b="1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s-ES" sz="2400" b="1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win</a:t>
              </a:r>
              <a:r>
                <a:rPr lang="es-ES" sz="2400" b="1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…</a:t>
              </a:r>
              <a:endParaRPr lang="es-EC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pic>
          <p:nvPicPr>
            <p:cNvPr id="61" name="Imagen 60" descr="&lt;svg xmlns=&quot;http://www.w3.org/2000/svg&quot; height=&quot;24px&quot; viewBox=&quot;0 -960 960 960&quot; width=&quot;24px&quot; fill=&quot;#303F9F&quot;&gt;&lt;path d=&quot;M440-280h80v-240h-80v240Zm68.5-331.5Q520-623 520-640t-11.5-28.5Q497-680 480-680t-28.5 11.5Q440-657 440-640t11.5 28.5Q463-600 480-600t28.5-11.5ZM480-80q-83 0-156-31.5T197-197q-54-54-85.5-127T80-480q0-83 31.5-156T197-763q54-54 127-85.5T480-880q83 0 156 31.5T763-763q54 54 85.5 127T880-480q0 83-31.5 156T763-197q-54 54-127 85.5T480-80Zm0-80q134 0 227-93t93-227q0-134-93-227t-227-93q-134 0-227 93t-93 227q0 134 93 227t227 93Zm0-320Z&quot;/&gt;&lt;/svg&gt;">
              <a:hlinkClick r:id="rId4" action="ppaction://hlinksldjump"/>
              <a:extLst>
                <a:ext uri="{FF2B5EF4-FFF2-40B4-BE49-F238E27FC236}">
                  <a16:creationId xmlns:a16="http://schemas.microsoft.com/office/drawing/2014/main" id="{06929686-67A1-112F-6688-F05EC5D9A6A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prstClr val="black"/>
                <a:srgbClr val="D9C3A5">
                  <a:tint val="50000"/>
                  <a:satMod val="180000"/>
                </a:srgbClr>
              </a:duotone>
            </a:blip>
            <a:stretch>
              <a:fillRect/>
            </a:stretch>
          </p:blipFill>
          <p:spPr>
            <a:xfrm>
              <a:off x="3276349" y="3057839"/>
              <a:ext cx="576000" cy="576000"/>
            </a:xfrm>
            <a:prstGeom prst="rect">
              <a:avLst/>
            </a:prstGeom>
            <a:solidFill>
              <a:srgbClr val="F76E63"/>
            </a:solidFill>
          </p:spPr>
        </p:pic>
        <p:sp>
          <p:nvSpPr>
            <p:cNvPr id="62" name="CuadroTexto 61">
              <a:hlinkClick r:id="rId4" action="ppaction://hlinksldjump"/>
              <a:extLst>
                <a:ext uri="{FF2B5EF4-FFF2-40B4-BE49-F238E27FC236}">
                  <a16:creationId xmlns:a16="http://schemas.microsoft.com/office/drawing/2014/main" id="{28F57EDA-F4BE-F2B5-F9CD-BCF74A76A4D7}"/>
                </a:ext>
              </a:extLst>
            </p:cNvPr>
            <p:cNvSpPr txBox="1"/>
            <p:nvPr/>
          </p:nvSpPr>
          <p:spPr>
            <a:xfrm>
              <a:off x="3929522" y="3454393"/>
              <a:ext cx="31671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400" b="1" i="1" dirty="0">
                  <a:solidFill>
                    <a:schemeClr val="bg2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Click me </a:t>
              </a:r>
              <a:r>
                <a:rPr lang="es-ES" sz="1400" b="1" i="1" dirty="0" err="1">
                  <a:solidFill>
                    <a:schemeClr val="bg2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to</a:t>
              </a:r>
              <a:r>
                <a:rPr lang="es-ES" sz="1400" b="1" i="1" dirty="0">
                  <a:solidFill>
                    <a:schemeClr val="bg2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s-ES" sz="1400" b="1" i="1" dirty="0" err="1">
                  <a:solidFill>
                    <a:schemeClr val="bg2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proceed</a:t>
              </a:r>
              <a:endParaRPr lang="es-EC" sz="1400" b="1" i="1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  <p:sp>
        <p:nvSpPr>
          <p:cNvPr id="63" name="Timer">
            <a:extLst>
              <a:ext uri="{FF2B5EF4-FFF2-40B4-BE49-F238E27FC236}">
                <a16:creationId xmlns:a16="http://schemas.microsoft.com/office/drawing/2014/main" id="{BAF56251-E3C0-FB0C-A953-0818921E35CA}"/>
              </a:ext>
            </a:extLst>
          </p:cNvPr>
          <p:cNvSpPr/>
          <p:nvPr/>
        </p:nvSpPr>
        <p:spPr>
          <a:xfrm>
            <a:off x="9722952" y="414973"/>
            <a:ext cx="1259080" cy="125908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65" name="Rectángulo 64">
            <a:hlinkClick r:id="rId3" action="ppaction://hlinksldjump"/>
            <a:extLst>
              <a:ext uri="{FF2B5EF4-FFF2-40B4-BE49-F238E27FC236}">
                <a16:creationId xmlns:a16="http://schemas.microsoft.com/office/drawing/2014/main" id="{B98C9640-A2FC-90AA-5093-A3BE43EC0AA2}"/>
              </a:ext>
            </a:extLst>
          </p:cNvPr>
          <p:cNvSpPr/>
          <p:nvPr/>
        </p:nvSpPr>
        <p:spPr>
          <a:xfrm>
            <a:off x="551543" y="5994400"/>
            <a:ext cx="1502155" cy="609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DEV BUTN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1789371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80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5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30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5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80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5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3000"/>
                            </p:stCondLst>
                            <p:childTnLst>
                              <p:par>
                                <p:cTn id="49" presetID="2" presetClass="exit" presetSubtype="1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" presetClass="exit" presetSubtype="1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2" presetClass="exit" presetSubtype="1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2" presetClass="exit" presetSubtype="1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2" presetClass="exit" presetSubtype="1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2" presetClass="exit" presetSubtype="1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2" presetClass="exit" presetSubtype="1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2" presetClass="exit" presetSubtype="1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8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2" presetClass="exit" presetSubtype="1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2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2" presetClass="exit" presetSubtype="1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6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42" presetClass="path" presetSubtype="0" accel="50000" decel="5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2.5E-6 2.96296E-6 L -0.17578 0.00162 " pathEditMode="relative" rAng="0" ptsTypes="AA">
                                      <p:cBhvr>
                                        <p:cTn id="9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789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26000"/>
                            </p:stCondLst>
                            <p:childTnLst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26500"/>
                            </p:stCondLst>
                            <p:childTnLst>
                              <p:par>
                                <p:cTn id="12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8" dur="10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9" presetClass="emph" presetSubtype="0" fill="hold" grpId="1" nodeType="withEffect">
                                  <p:stCondLst>
                                    <p:cond delay="60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3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3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7" presetClass="emph" presetSubtype="2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Clr clrSpc="rgb" dir="cw">
                                      <p:cBhvr>
                                        <p:cTn id="13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3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36500"/>
                            </p:stCondLst>
                            <p:childTnLst>
                              <p:par>
                                <p:cTn id="13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37000"/>
                            </p:stCondLst>
                            <p:childTnLst>
                              <p:par>
                                <p:cTn id="1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54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5" fill="hold">
                      <p:stCondLst>
                        <p:cond delay="0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69 -0.00232 L 0.50247 0.00393 " pathEditMode="relative" ptsTypes="AA">
                                      <p:cBhvr>
                                        <p:cTn id="160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3 -0.00324 L 0.42721 0.00093 " pathEditMode="relative" ptsTypes="AA">
                                      <p:cBhvr>
                                        <p:cTn id="162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48 0.0007 L 0.36419 0.00695 " pathEditMode="relative" ptsTypes="AA">
                                      <p:cBhvr>
                                        <p:cTn id="164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6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171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48 0.00718 L -0.00248 0.00718 C 0.00377 0.00787 0.01015 0.00787 0.01653 0.00926 C 0.01979 0.00995 0.02278 0.01343 0.02604 0.01343 C 0.06172 0.01343 0.09739 0.01065 0.1332 0.00926 C 0.13828 0.00579 0.14336 0.00162 0.14869 -0.00139 C 0.16927 -0.01273 0.16315 -0.00694 0.18073 -0.01412 C 0.19922 -0.0213 0.17747 -0.0162 0.20104 -0.02037 C 0.21289 -0.01898 0.225 -0.01944 0.23672 -0.0162 C 0.24023 -0.01528 0.2431 -0.01065 0.24622 -0.00764 C 0.25104 -0.00301 0.25573 0.00232 0.26054 0.00718 C 0.26367 0.01019 0.26692 0.01273 0.27005 0.01551 C 0.27213 0.01759 0.27396 0.01991 0.27604 0.02199 C 0.28229 0.02801 0.29127 0.03495 0.29739 0.03889 C 0.3013 0.04144 0.30534 0.04306 0.30937 0.04537 C 0.3125 0.04375 0.31601 0.04375 0.31888 0.04097 C 0.32721 0.0331 0.33476 0.02269 0.34271 0.01343 C 0.34583 0.00995 0.34883 0.00579 0.35221 0.00301 C 0.35976 -0.00347 0.36718 -0.00995 0.37487 -0.0162 C 0.37955 -0.01991 0.38906 -0.02662 0.38906 -0.02662 C 0.39948 -0.02454 0.40989 -0.02407 0.42005 -0.02037 C 0.42174 -0.01967 0.42226 -0.01574 0.42369 -0.01412 C 0.42513 -0.01227 0.42682 -0.01134 0.42838 -0.00972 C 0.43502 -0.00301 0.43229 -0.00116 0.44388 0.00301 C 0.46028 0.0088 0.44778 0.00509 0.48203 0.00509 " pathEditMode="relative" ptsTypes="AAAAAAAAAAAAAAAAAAAAAAAAA">
                                      <p:cBhvr>
                                        <p:cTn id="177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8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2.96296E-6 L -3.33333E-6 0.00023 C 0.01341 0.00231 0.02709 0.00139 0.0405 0.00648 C 0.04414 0.00787 0.04688 0.01481 0.04987 0.01921 C 0.06732 0.04305 0.04909 0.01597 0.06224 0.04236 C 0.06355 0.04514 0.06537 0.04652 0.06693 0.04884 C 0.06784 0.05023 0.06875 0.05208 0.0698 0.05301 C 0.07435 0.0574 0.07644 0.05764 0.08112 0.05949 C 0.08581 0.05578 0.09076 0.05347 0.09532 0.04884 C 0.09636 0.04768 0.09649 0.04467 0.09714 0.04236 C 0.09818 0.03889 0.09909 0.03541 0.1 0.03194 C 0.10222 0.00717 0.09935 0.03773 0.10287 0.00648 C 0.10326 0.00301 0.10339 -0.0007 0.10378 -0.00417 C 0.10313 -0.02014 0.10495 -0.06111 0.08581 -0.02315 C 0.08282 -0.01713 0.08594 -0.00463 0.08685 0.0044 C 0.08724 0.00949 0.09232 0.01782 0.09336 0.01921 C 0.09779 0.02453 0.10274 0.02407 0.10756 0.02546 C 0.10938 0.02615 0.11133 0.02685 0.11328 0.02754 C 0.12045 0.02615 0.12787 0.02708 0.1349 0.02338 C 0.1375 0.02199 0.13933 0.0162 0.14154 0.01273 C 0.14401 0.00902 0.14649 0.00555 0.14909 0.00231 C 0.15287 -0.00255 0.16003 -0.01019 0.1642 -0.0125 C 0.16667 -0.01389 0.16927 -0.01389 0.17175 -0.01482 C 0.17735 -0.01389 0.18334 -0.01667 0.18881 -0.0125 C 0.19219 -0.00996 0.19375 -0.00139 0.19623 0.0044 L 0.20287 0.01921 C 0.20417 0.02199 0.20521 0.02569 0.20677 0.02754 C 0.20951 0.03125 0.21224 0.03541 0.21524 0.03819 C 0.22292 0.04514 0.22709 0.0449 0.23503 0.04676 C 0.23828 0.04606 0.24167 0.04745 0.24453 0.04444 C 0.24818 0.04074 0.25105 0.03379 0.25391 0.02754 C 0.25977 0.01527 0.26133 0.00532 0.2681 -0.00417 C 0.27657 -0.01598 0.2793 -0.01297 0.28972 -0.01482 C 0.29519 -0.01158 0.30026 -0.01019 0.30495 -0.00209 C 0.30873 0.00486 0.31146 0.01435 0.31524 0.02129 C 0.32214 0.03379 0.32409 0.03356 0.33138 0.03819 C 0.33542 0.0375 0.33959 0.03819 0.34362 0.03611 C 0.34519 0.03518 0.34909 0.02592 0.35026 0.02338 C 0.34909 0.02014 0.34571 0.00972 0.34362 0.00648 C 0.34245 0.00463 0.34115 0.0037 0.33985 0.00231 C 0.33802 0.00301 0.33594 0.00231 0.33412 0.0044 C 0.33269 0.00602 0.33177 0.01041 0.33047 0.01273 C 0.3293 0.01481 0.32787 0.01574 0.3267 0.01713 C 0.32162 0.02824 0.32618 0.01967 0.31914 0.02754 C 0.3181 0.0287 0.31732 0.03102 0.31615 0.03194 C 0.3142 0.03333 0.31185 0.03333 0.30964 0.03402 C 0.30326 0.03333 0.29701 0.03287 0.29076 0.03194 C 0.2892 0.03148 0.2875 0.03125 0.28607 0.02963 C 0.28477 0.02847 0.28425 0.02546 0.28321 0.02338 C 0.27565 0.00856 0.28099 0.02199 0.27474 0.0044 C 0.27565 0.00092 0.27605 -0.00371 0.27761 -0.00625 C 0.27982 -0.01042 0.28724 -0.01181 0.28972 -0.0125 C 0.29453 -0.01181 0.29922 -0.01158 0.30404 -0.01042 C 0.3056 -0.01019 0.30716 -0.00973 0.30873 -0.00834 C 0.31355 -0.00394 0.3181 0.00208 0.32279 0.00648 C 0.325 0.00833 0.32722 0.00972 0.32943 0.01065 C 0.33386 0.0125 0.34258 0.01481 0.34258 0.01504 L 0.35782 0.01065 C 0.35964 0.01018 0.36159 0.00926 0.36355 0.00856 C 0.36563 0.00787 0.36784 0.00717 0.37019 0.00648 " pathEditMode="relative" rAng="0" ptsTypes="AAAAAAAAAAAAAAAAAAAAAAAAAAAAAAAAAAAAAAAAAAAAAAAAAAAAAAAAAAAA">
                                      <p:cBhvr>
                                        <p:cTn id="179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503" y="1019"/>
                                    </p:animMotion>
                                  </p:childTnLst>
                                </p:cTn>
                              </p:par>
                              <p:par>
                                <p:cTn id="180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84 -0.01088 L -0.01784 -0.01088 L 0.02253 -0.0088 C 0.02578 -0.00857 0.02891 -0.00695 0.03216 -0.00671 C 0.05351 -0.00556 0.075 -0.00533 0.09635 -0.00463 C 0.10312 -0.00602 0.11003 -0.00671 0.11667 -0.0088 C 0.11875 -0.00949 0.12057 -0.01204 0.12266 -0.01296 C 0.12448 -0.01412 0.12656 -0.01435 0.12851 -0.01528 C 0.13867 -0.01921 0.12734 -0.01597 0.14284 -0.01945 C 0.14479 -0.02084 0.14674 -0.02269 0.14883 -0.02361 C 0.16029 -0.02871 0.16979 -0.02361 0.18216 -0.02153 C 0.18411 -0.02014 0.18607 -0.01852 0.18815 -0.01736 C 0.19088 -0.01574 0.19362 -0.01459 0.19648 -0.01296 C 0.19766 -0.0125 0.19883 -0.01158 0.2 -0.01088 C 0.20039 -0.0081 0.20078 -0.00533 0.20117 -0.00255 C 0.20156 0.00092 0.20182 0.00463 0.20234 0.0081 C 0.20299 0.0118 0.20404 0.01504 0.20482 0.01875 C 0.20521 0.02083 0.20534 0.02315 0.20599 0.025 C 0.20729 0.0294 0.21081 0.03657 0.21315 0.03981 C 0.21706 0.0456 0.22669 0.05903 0.23216 0.06088 L 0.23815 0.06319 C 0.24687 0.06157 0.2556 0.06111 0.26432 0.05879 C 0.2931 0.05092 0.27552 0.0537 0.29401 0.04398 C 0.29935 0.0412 0.30885 0.03889 0.31432 0.03565 C 0.33112 0.025 0.31914 0.02708 0.33932 0.02083 C 0.34362 0.01944 0.34805 0.01898 0.35234 0.01875 C 0.37187 0.01759 0.39128 0.01736 0.41081 0.01666 C 0.41315 0.01574 0.41562 0.01574 0.41784 0.01435 C 0.41927 0.01366 0.42005 0.01065 0.42148 0.01018 C 0.42656 0.00856 0.43177 0.00879 0.43698 0.0081 C 0.43854 0.00741 0.4401 0.00671 0.44167 0.00602 C 0.44297 0.00532 0.44401 0.0044 0.44531 0.00393 C 0.44726 0.00301 0.44922 0.00254 0.4513 0.00185 C 0.44987 -0.00533 0.45 -0.00232 0.45 -0.00671 " pathEditMode="relative" ptsTypes="AAAAAAAAAAAAAAAAAAAAAAAAAAAAAAAAAA">
                                      <p:cBhvr>
                                        <p:cTn id="181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2000"/>
                            </p:stCondLst>
                            <p:childTnLst>
                              <p:par>
                                <p:cTn id="183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188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9" fill="hold">
                      <p:stCondLst>
                        <p:cond delay="0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888 0.01991 L 0.01888 0.01991 C 0.07448 0.01713 0.04817 0.01783 0.09752 0.01783 " pathEditMode="relative" ptsTypes="AAA">
                                      <p:cBhvr>
                                        <p:cTn id="194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68 0.00487 L 0.00468 0.00487 C -0.00013 0.00255 -0.00482 -0.00092 -0.00964 -0.00162 C -0.1 -0.01481 -0.04519 0.00093 -0.07513 -0.00787 C -0.0806 -0.0074 -0.10248 -0.00532 -0.10964 -0.0037 C -0.12175 -0.00092 -0.12279 0.00209 -0.13464 0.00255 C -0.14857 0.00324 -0.1625 0.00255 -0.17631 0.00255 " pathEditMode="relative" ptsTypes="AAAAAAA">
                                      <p:cBhvr>
                                        <p:cTn id="196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1.48148E-6 L 1.875E-6 0.00023 L 0.03685 -0.00208 C 0.04101 -0.00255 0.04505 -0.00463 0.04922 -0.00417 C 0.06966 -0.00255 0.09023 0.00139 0.11081 0.00417 C 0.12109 0.01111 0.12617 0.01389 0.13541 0.02106 C 0.13789 0.02315 0.14062 0.02477 0.14297 0.02754 C 0.16862 0.05602 0.1276 0.01574 0.15534 0.04236 C 0.15781 0.04722 0.16015 0.05278 0.16289 0.05717 C 0.16497 0.06042 0.16732 0.0625 0.16953 0.06551 C 0.18112 0.08148 0.16979 0.06643 0.17995 0.08241 C 0.18854 0.09606 0.18672 0.08495 0.19896 0.11204 C 0.20143 0.11782 0.20377 0.12384 0.20651 0.12917 C 0.21588 0.14768 0.22239 0.15555 0.23398 0.17129 C 0.2362 0.1743 0.23841 0.17731 0.24062 0.17986 C 0.24635 0.18611 0.25182 0.19352 0.25768 0.19884 C 0.27096 0.21111 0.2651 0.20648 0.27474 0.21366 C 0.28672 0.23148 0.27396 0.21458 0.29557 0.23055 C 0.30143 0.23495 0.31367 0.24421 0.31732 0.24537 C 0.32174 0.24676 0.3263 0.24745 0.3306 0.24977 C 0.33555 0.25208 0.34362 0.25625 0.3487 0.2581 C 0.35364 0.25995 0.36198 0.26134 0.36666 0.2625 C 0.37174 0.26157 0.37669 0.26134 0.38177 0.26018 C 0.38633 0.25926 0.38932 0.25787 0.39323 0.25185 C 0.39596 0.24722 0.397 0.24305 0.39896 0.23704 C 0.40078 0.22384 0.39909 0.23727 0.40078 0.21574 C 0.40104 0.21296 0.40143 0.21018 0.40169 0.20741 C 0.40273 0.1287 0.39635 0.15231 0.40469 0.12477 " pathEditMode="relative" rAng="0" ptsTypes="AAAAAAAAAAAAAAAAAAAAAAAAAAAA">
                                      <p:cBhvr>
                                        <p:cTn id="198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234" y="128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0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</p:childTnLst>
        </p:cTn>
      </p:par>
    </p:tnLst>
    <p:bldLst>
      <p:bldP spid="33" grpId="0" animBg="1"/>
      <p:bldP spid="33" grpId="1" animBg="1"/>
      <p:bldP spid="39" grpId="0" animBg="1"/>
      <p:bldP spid="43" grpId="0" animBg="1"/>
      <p:bldP spid="52" grpId="0" animBg="1"/>
      <p:bldP spid="52" grpId="1" animBg="1"/>
      <p:bldP spid="53" grpId="0" animBg="1"/>
      <p:bldP spid="53" grpId="1" animBg="1"/>
      <p:bldP spid="54" grpId="0" animBg="1"/>
      <p:bldP spid="54" grpId="1" animBg="1"/>
      <p:bldP spid="63" grpId="0" animBg="1"/>
      <p:bldP spid="63" grpId="1" animBg="1"/>
      <p:bldP spid="63" grpId="2" animBg="1"/>
      <p:bldP spid="63" grpId="3" animBg="1"/>
      <p:bldP spid="63" grpId="4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ext 1">
            <a:extLst>
              <a:ext uri="{FF2B5EF4-FFF2-40B4-BE49-F238E27FC236}">
                <a16:creationId xmlns:a16="http://schemas.microsoft.com/office/drawing/2014/main" id="{DEEC0687-6343-CE73-7911-CACF7CBCC667}"/>
              </a:ext>
            </a:extLst>
          </p:cNvPr>
          <p:cNvGrpSpPr/>
          <p:nvPr/>
        </p:nvGrpSpPr>
        <p:grpSpPr>
          <a:xfrm>
            <a:off x="2628000" y="-172800"/>
            <a:ext cx="6937829" cy="1146629"/>
            <a:chOff x="2628000" y="-172800"/>
            <a:chExt cx="6937829" cy="1146629"/>
          </a:xfrm>
        </p:grpSpPr>
        <p:sp>
          <p:nvSpPr>
            <p:cNvPr id="5" name="Text 1">
              <a:extLst>
                <a:ext uri="{FF2B5EF4-FFF2-40B4-BE49-F238E27FC236}">
                  <a16:creationId xmlns:a16="http://schemas.microsoft.com/office/drawing/2014/main" id="{21850A8B-3B85-9319-400D-1D7C63217372}"/>
                </a:ext>
              </a:extLst>
            </p:cNvPr>
            <p:cNvSpPr/>
            <p:nvPr/>
          </p:nvSpPr>
          <p:spPr>
            <a:xfrm>
              <a:off x="2628000" y="-172800"/>
              <a:ext cx="6937829" cy="1146629"/>
            </a:xfrm>
            <a:prstGeom prst="roundRect">
              <a:avLst/>
            </a:prstGeom>
            <a:solidFill>
              <a:srgbClr val="E8F0FE"/>
            </a:solidFill>
            <a:ln>
              <a:solidFill>
                <a:srgbClr val="E8F0F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808080"/>
                  </a:solidFill>
                </a:rPr>
                <a:t>Wow. You solved it</a:t>
              </a:r>
              <a:endParaRPr lang="es-EC" b="1" dirty="0">
                <a:solidFill>
                  <a:srgbClr val="808080"/>
                </a:solidFill>
              </a:endParaRPr>
            </a:p>
          </p:txBody>
        </p:sp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A53B9EA7-E2C5-DC9F-53D6-CF4DB2E2C7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29986" y="76412"/>
              <a:ext cx="771159" cy="721874"/>
            </a:xfrm>
            <a:prstGeom prst="rect">
              <a:avLst/>
            </a:prstGeom>
          </p:spPr>
        </p:pic>
      </p:grpSp>
      <p:grpSp>
        <p:nvGrpSpPr>
          <p:cNvPr id="7" name="Text 2">
            <a:extLst>
              <a:ext uri="{FF2B5EF4-FFF2-40B4-BE49-F238E27FC236}">
                <a16:creationId xmlns:a16="http://schemas.microsoft.com/office/drawing/2014/main" id="{33789B06-DB19-E77C-80FB-9BE5228C8C87}"/>
              </a:ext>
            </a:extLst>
          </p:cNvPr>
          <p:cNvGrpSpPr/>
          <p:nvPr/>
        </p:nvGrpSpPr>
        <p:grpSpPr>
          <a:xfrm>
            <a:off x="2626171" y="-172801"/>
            <a:ext cx="6937829" cy="1146629"/>
            <a:chOff x="2628000" y="-172800"/>
            <a:chExt cx="6937829" cy="1146629"/>
          </a:xfrm>
        </p:grpSpPr>
        <p:sp>
          <p:nvSpPr>
            <p:cNvPr id="8" name="Text 1">
              <a:extLst>
                <a:ext uri="{FF2B5EF4-FFF2-40B4-BE49-F238E27FC236}">
                  <a16:creationId xmlns:a16="http://schemas.microsoft.com/office/drawing/2014/main" id="{E0903CFC-CF6C-C307-12DC-D3DA5F68D8BA}"/>
                </a:ext>
              </a:extLst>
            </p:cNvPr>
            <p:cNvSpPr/>
            <p:nvPr/>
          </p:nvSpPr>
          <p:spPr>
            <a:xfrm>
              <a:off x="2628000" y="-172800"/>
              <a:ext cx="6937829" cy="1146629"/>
            </a:xfrm>
            <a:prstGeom prst="roundRect">
              <a:avLst/>
            </a:prstGeom>
            <a:solidFill>
              <a:srgbClr val="E8F0FE"/>
            </a:solidFill>
            <a:ln>
              <a:solidFill>
                <a:srgbClr val="E8F0F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808080"/>
                  </a:solidFill>
                </a:rPr>
                <a:t>That only proves 2 things.</a:t>
              </a:r>
              <a:endParaRPr lang="es-EC" b="1" dirty="0">
                <a:solidFill>
                  <a:srgbClr val="808080"/>
                </a:solidFill>
              </a:endParaRPr>
            </a:p>
          </p:txBody>
        </p:sp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DD83FC0A-EE12-A171-B758-1B3DB830A8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29986" y="76412"/>
              <a:ext cx="771159" cy="721874"/>
            </a:xfrm>
            <a:prstGeom prst="rect">
              <a:avLst/>
            </a:prstGeom>
          </p:spPr>
        </p:pic>
      </p:grpSp>
      <p:grpSp>
        <p:nvGrpSpPr>
          <p:cNvPr id="10" name="Text 3">
            <a:extLst>
              <a:ext uri="{FF2B5EF4-FFF2-40B4-BE49-F238E27FC236}">
                <a16:creationId xmlns:a16="http://schemas.microsoft.com/office/drawing/2014/main" id="{84990362-F1BF-0805-3CC2-6BF73FDA77FB}"/>
              </a:ext>
            </a:extLst>
          </p:cNvPr>
          <p:cNvGrpSpPr/>
          <p:nvPr/>
        </p:nvGrpSpPr>
        <p:grpSpPr>
          <a:xfrm>
            <a:off x="2624342" y="-172802"/>
            <a:ext cx="6937829" cy="1146629"/>
            <a:chOff x="2628000" y="-172800"/>
            <a:chExt cx="6937829" cy="1146629"/>
          </a:xfrm>
        </p:grpSpPr>
        <p:sp>
          <p:nvSpPr>
            <p:cNvPr id="11" name="Text 1">
              <a:extLst>
                <a:ext uri="{FF2B5EF4-FFF2-40B4-BE49-F238E27FC236}">
                  <a16:creationId xmlns:a16="http://schemas.microsoft.com/office/drawing/2014/main" id="{42229C77-ECA4-43CC-93DD-97729ABFE71C}"/>
                </a:ext>
              </a:extLst>
            </p:cNvPr>
            <p:cNvSpPr/>
            <p:nvPr/>
          </p:nvSpPr>
          <p:spPr>
            <a:xfrm>
              <a:off x="2628000" y="-172800"/>
              <a:ext cx="6937829" cy="1146629"/>
            </a:xfrm>
            <a:prstGeom prst="roundRect">
              <a:avLst/>
            </a:prstGeom>
            <a:solidFill>
              <a:srgbClr val="E8F0FE"/>
            </a:solidFill>
            <a:ln>
              <a:solidFill>
                <a:srgbClr val="E8F0F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808080"/>
                  </a:solidFill>
                </a:rPr>
                <a:t>1. You’re good at puzzles.</a:t>
              </a:r>
              <a:endParaRPr lang="es-EC" b="1" dirty="0">
                <a:solidFill>
                  <a:srgbClr val="808080"/>
                </a:solidFill>
              </a:endParaRPr>
            </a:p>
          </p:txBody>
        </p:sp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23B0D03D-0A23-8491-E890-9661D974AB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29986" y="76412"/>
              <a:ext cx="771159" cy="721874"/>
            </a:xfrm>
            <a:prstGeom prst="rect">
              <a:avLst/>
            </a:prstGeom>
          </p:spPr>
        </p:pic>
      </p:grpSp>
      <p:grpSp>
        <p:nvGrpSpPr>
          <p:cNvPr id="13" name="Text 4">
            <a:extLst>
              <a:ext uri="{FF2B5EF4-FFF2-40B4-BE49-F238E27FC236}">
                <a16:creationId xmlns:a16="http://schemas.microsoft.com/office/drawing/2014/main" id="{777595F9-B92B-99A5-15DF-ED89418B0436}"/>
              </a:ext>
            </a:extLst>
          </p:cNvPr>
          <p:cNvGrpSpPr/>
          <p:nvPr/>
        </p:nvGrpSpPr>
        <p:grpSpPr>
          <a:xfrm>
            <a:off x="2620684" y="-172802"/>
            <a:ext cx="6937829" cy="1146629"/>
            <a:chOff x="2628000" y="-172800"/>
            <a:chExt cx="6937829" cy="1146629"/>
          </a:xfrm>
        </p:grpSpPr>
        <p:sp>
          <p:nvSpPr>
            <p:cNvPr id="14" name="Text 1">
              <a:extLst>
                <a:ext uri="{FF2B5EF4-FFF2-40B4-BE49-F238E27FC236}">
                  <a16:creationId xmlns:a16="http://schemas.microsoft.com/office/drawing/2014/main" id="{C2511EA3-9394-89D9-9EC3-3E1145B9CACF}"/>
                </a:ext>
              </a:extLst>
            </p:cNvPr>
            <p:cNvSpPr/>
            <p:nvPr/>
          </p:nvSpPr>
          <p:spPr>
            <a:xfrm>
              <a:off x="2628000" y="-172800"/>
              <a:ext cx="6937829" cy="1146629"/>
            </a:xfrm>
            <a:prstGeom prst="roundRect">
              <a:avLst/>
            </a:prstGeom>
            <a:solidFill>
              <a:srgbClr val="E8F0FE"/>
            </a:solidFill>
            <a:ln>
              <a:solidFill>
                <a:srgbClr val="E8F0F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808080"/>
                  </a:solidFill>
                </a:rPr>
                <a:t>2. Robots are good at puzzles, ROBOT!</a:t>
              </a:r>
              <a:endParaRPr lang="es-EC" b="1" dirty="0">
                <a:solidFill>
                  <a:srgbClr val="808080"/>
                </a:solidFill>
              </a:endParaRPr>
            </a:p>
          </p:txBody>
        </p:sp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19664E05-0FB3-AB8E-6A99-549521B5D4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29986" y="76412"/>
              <a:ext cx="771159" cy="721874"/>
            </a:xfrm>
            <a:prstGeom prst="rect">
              <a:avLst/>
            </a:prstGeom>
          </p:spPr>
        </p:pic>
      </p:grpSp>
      <p:grpSp>
        <p:nvGrpSpPr>
          <p:cNvPr id="16" name="Text 5">
            <a:extLst>
              <a:ext uri="{FF2B5EF4-FFF2-40B4-BE49-F238E27FC236}">
                <a16:creationId xmlns:a16="http://schemas.microsoft.com/office/drawing/2014/main" id="{92C92F05-E415-9641-8576-2A55EAEAA4F5}"/>
              </a:ext>
            </a:extLst>
          </p:cNvPr>
          <p:cNvGrpSpPr/>
          <p:nvPr/>
        </p:nvGrpSpPr>
        <p:grpSpPr>
          <a:xfrm>
            <a:off x="2620683" y="-172804"/>
            <a:ext cx="6937829" cy="1146629"/>
            <a:chOff x="2628000" y="-172800"/>
            <a:chExt cx="6937829" cy="1146629"/>
          </a:xfrm>
        </p:grpSpPr>
        <p:sp>
          <p:nvSpPr>
            <p:cNvPr id="17" name="Text 1">
              <a:extLst>
                <a:ext uri="{FF2B5EF4-FFF2-40B4-BE49-F238E27FC236}">
                  <a16:creationId xmlns:a16="http://schemas.microsoft.com/office/drawing/2014/main" id="{C7D4DF73-05F0-7839-076F-EB1EB1995CFF}"/>
                </a:ext>
              </a:extLst>
            </p:cNvPr>
            <p:cNvSpPr/>
            <p:nvPr/>
          </p:nvSpPr>
          <p:spPr>
            <a:xfrm>
              <a:off x="2628000" y="-172800"/>
              <a:ext cx="6937829" cy="1146629"/>
            </a:xfrm>
            <a:prstGeom prst="roundRect">
              <a:avLst/>
            </a:prstGeom>
            <a:solidFill>
              <a:srgbClr val="E8F0FE"/>
            </a:solidFill>
            <a:ln>
              <a:solidFill>
                <a:srgbClr val="E8F0F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808080"/>
                  </a:solidFill>
                </a:rPr>
                <a:t>Now before I ban you, I’ll give you</a:t>
              </a:r>
            </a:p>
            <a:p>
              <a:pPr algn="ctr"/>
              <a:r>
                <a:rPr lang="en-US" b="1" dirty="0">
                  <a:solidFill>
                    <a:srgbClr val="808080"/>
                  </a:solidFill>
                </a:rPr>
                <a:t>a final chance.</a:t>
              </a:r>
              <a:endParaRPr lang="es-EC" b="1" dirty="0">
                <a:solidFill>
                  <a:srgbClr val="808080"/>
                </a:solidFill>
              </a:endParaRPr>
            </a:p>
          </p:txBody>
        </p:sp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B04BB6E3-CC22-7012-9572-1A136A43CB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29986" y="76412"/>
              <a:ext cx="771159" cy="721874"/>
            </a:xfrm>
            <a:prstGeom prst="rect">
              <a:avLst/>
            </a:prstGeom>
          </p:spPr>
        </p:pic>
      </p:grpSp>
      <p:grpSp>
        <p:nvGrpSpPr>
          <p:cNvPr id="19" name="Text 6">
            <a:extLst>
              <a:ext uri="{FF2B5EF4-FFF2-40B4-BE49-F238E27FC236}">
                <a16:creationId xmlns:a16="http://schemas.microsoft.com/office/drawing/2014/main" id="{D46CA122-A9D7-6A86-CD5B-59A952BD77B4}"/>
              </a:ext>
            </a:extLst>
          </p:cNvPr>
          <p:cNvGrpSpPr/>
          <p:nvPr/>
        </p:nvGrpSpPr>
        <p:grpSpPr>
          <a:xfrm>
            <a:off x="2620683" y="-172808"/>
            <a:ext cx="6937829" cy="1146629"/>
            <a:chOff x="2628000" y="-172800"/>
            <a:chExt cx="6937829" cy="1146629"/>
          </a:xfrm>
        </p:grpSpPr>
        <p:sp>
          <p:nvSpPr>
            <p:cNvPr id="20" name="Text 1">
              <a:extLst>
                <a:ext uri="{FF2B5EF4-FFF2-40B4-BE49-F238E27FC236}">
                  <a16:creationId xmlns:a16="http://schemas.microsoft.com/office/drawing/2014/main" id="{3A137710-1BD1-D070-21B0-9AED5051FFC6}"/>
                </a:ext>
              </a:extLst>
            </p:cNvPr>
            <p:cNvSpPr/>
            <p:nvPr/>
          </p:nvSpPr>
          <p:spPr>
            <a:xfrm>
              <a:off x="2628000" y="-172800"/>
              <a:ext cx="6937829" cy="1146629"/>
            </a:xfrm>
            <a:prstGeom prst="roundRect">
              <a:avLst/>
            </a:prstGeom>
            <a:solidFill>
              <a:srgbClr val="E8F0FE"/>
            </a:solidFill>
            <a:ln>
              <a:solidFill>
                <a:srgbClr val="E8F0F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808080"/>
                  </a:solidFill>
                </a:rPr>
                <a:t>Just because I feel good today!</a:t>
              </a:r>
              <a:endParaRPr lang="es-EC" b="1" dirty="0">
                <a:solidFill>
                  <a:srgbClr val="808080"/>
                </a:solidFill>
              </a:endParaRPr>
            </a:p>
          </p:txBody>
        </p:sp>
        <p:pic>
          <p:nvPicPr>
            <p:cNvPr id="21" name="Imagen 20">
              <a:extLst>
                <a:ext uri="{FF2B5EF4-FFF2-40B4-BE49-F238E27FC236}">
                  <a16:creationId xmlns:a16="http://schemas.microsoft.com/office/drawing/2014/main" id="{4E3A97BF-7C27-1E0D-1A04-323A25797A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29986" y="76412"/>
              <a:ext cx="771159" cy="721874"/>
            </a:xfrm>
            <a:prstGeom prst="rect">
              <a:avLst/>
            </a:prstGeom>
          </p:spPr>
        </p:pic>
      </p:grpSp>
      <p:grpSp>
        <p:nvGrpSpPr>
          <p:cNvPr id="22" name="Text 7">
            <a:extLst>
              <a:ext uri="{FF2B5EF4-FFF2-40B4-BE49-F238E27FC236}">
                <a16:creationId xmlns:a16="http://schemas.microsoft.com/office/drawing/2014/main" id="{7CFBE7CE-9F4F-D35F-F0E8-EA6091C848F6}"/>
              </a:ext>
            </a:extLst>
          </p:cNvPr>
          <p:cNvGrpSpPr/>
          <p:nvPr/>
        </p:nvGrpSpPr>
        <p:grpSpPr>
          <a:xfrm>
            <a:off x="2613366" y="-172812"/>
            <a:ext cx="6937829" cy="1146629"/>
            <a:chOff x="2628000" y="-172800"/>
            <a:chExt cx="6937829" cy="1146629"/>
          </a:xfrm>
        </p:grpSpPr>
        <p:sp>
          <p:nvSpPr>
            <p:cNvPr id="23" name="Text 1">
              <a:extLst>
                <a:ext uri="{FF2B5EF4-FFF2-40B4-BE49-F238E27FC236}">
                  <a16:creationId xmlns:a16="http://schemas.microsoft.com/office/drawing/2014/main" id="{33AB3292-62E9-2F74-12C3-78716D19A720}"/>
                </a:ext>
              </a:extLst>
            </p:cNvPr>
            <p:cNvSpPr/>
            <p:nvPr/>
          </p:nvSpPr>
          <p:spPr>
            <a:xfrm>
              <a:off x="2628000" y="-172800"/>
              <a:ext cx="6937829" cy="1146629"/>
            </a:xfrm>
            <a:prstGeom prst="roundRect">
              <a:avLst/>
            </a:prstGeom>
            <a:solidFill>
              <a:srgbClr val="E8F0FE"/>
            </a:solidFill>
            <a:ln>
              <a:solidFill>
                <a:srgbClr val="E8F0F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808080"/>
                  </a:solidFill>
                </a:rPr>
                <a:t>Use it well…</a:t>
              </a:r>
              <a:endParaRPr lang="es-EC" b="1" dirty="0">
                <a:solidFill>
                  <a:srgbClr val="808080"/>
                </a:solidFill>
              </a:endParaRPr>
            </a:p>
          </p:txBody>
        </p:sp>
        <p:pic>
          <p:nvPicPr>
            <p:cNvPr id="24" name="Imagen 23">
              <a:extLst>
                <a:ext uri="{FF2B5EF4-FFF2-40B4-BE49-F238E27FC236}">
                  <a16:creationId xmlns:a16="http://schemas.microsoft.com/office/drawing/2014/main" id="{22F0A224-ACAA-E3BD-59D1-9FD84D1282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29986" y="76412"/>
              <a:ext cx="771159" cy="721874"/>
            </a:xfrm>
            <a:prstGeom prst="rect">
              <a:avLst/>
            </a:prstGeom>
          </p:spPr>
        </p:pic>
      </p:grpSp>
      <p:pic>
        <p:nvPicPr>
          <p:cNvPr id="26" name="Imagen 25">
            <a:extLst>
              <a:ext uri="{FF2B5EF4-FFF2-40B4-BE49-F238E27FC236}">
                <a16:creationId xmlns:a16="http://schemas.microsoft.com/office/drawing/2014/main" id="{110BD377-4065-D54C-91AF-B6F1552786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4737" y="2009577"/>
            <a:ext cx="7659169" cy="1419423"/>
          </a:xfrm>
          <a:prstGeom prst="rect">
            <a:avLst/>
          </a:prstGeom>
        </p:spPr>
      </p:pic>
      <p:sp>
        <p:nvSpPr>
          <p:cNvPr id="28" name="Header">
            <a:extLst>
              <a:ext uri="{FF2B5EF4-FFF2-40B4-BE49-F238E27FC236}">
                <a16:creationId xmlns:a16="http://schemas.microsoft.com/office/drawing/2014/main" id="{76DDA1E8-FD79-A52D-E2A0-336D5119FBC9}"/>
              </a:ext>
            </a:extLst>
          </p:cNvPr>
          <p:cNvSpPr/>
          <p:nvPr/>
        </p:nvSpPr>
        <p:spPr>
          <a:xfrm>
            <a:off x="3948653" y="282212"/>
            <a:ext cx="4041099" cy="1349115"/>
          </a:xfrm>
          <a:prstGeom prst="rect">
            <a:avLst/>
          </a:prstGeom>
          <a:solidFill>
            <a:srgbClr val="3986D8"/>
          </a:solidFill>
          <a:ln>
            <a:solidFill>
              <a:srgbClr val="398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000"/>
            <a:r>
              <a:rPr lang="es-ES" sz="1600" b="1" dirty="0">
                <a:latin typeface="Roboto" panose="02000000000000000000" pitchFamily="2" charset="0"/>
                <a:ea typeface="Roboto" panose="02000000000000000000" pitchFamily="2" charset="0"/>
              </a:rPr>
              <a:t>Just </a:t>
            </a:r>
            <a:r>
              <a:rPr lang="es-ES" sz="1600" b="1" dirty="0" err="1">
                <a:latin typeface="Roboto" panose="02000000000000000000" pitchFamily="2" charset="0"/>
                <a:ea typeface="Roboto" panose="02000000000000000000" pitchFamily="2" charset="0"/>
              </a:rPr>
              <a:t>to</a:t>
            </a:r>
            <a:r>
              <a:rPr lang="es-ES" sz="1600" b="1" dirty="0">
                <a:latin typeface="Roboto" panose="02000000000000000000" pitchFamily="2" charset="0"/>
                <a:ea typeface="Roboto" panose="02000000000000000000" pitchFamily="2" charset="0"/>
              </a:rPr>
              <a:t> prove </a:t>
            </a:r>
            <a:r>
              <a:rPr lang="es-ES" sz="1600" b="1" dirty="0" err="1">
                <a:latin typeface="Roboto" panose="02000000000000000000" pitchFamily="2" charset="0"/>
                <a:ea typeface="Roboto" panose="02000000000000000000" pitchFamily="2" charset="0"/>
              </a:rPr>
              <a:t>you’re</a:t>
            </a:r>
            <a:r>
              <a:rPr lang="es-ES" sz="1600" b="1" dirty="0">
                <a:latin typeface="Roboto" panose="02000000000000000000" pitchFamily="2" charset="0"/>
                <a:ea typeface="Roboto" panose="02000000000000000000" pitchFamily="2" charset="0"/>
              </a:rPr>
              <a:t> human</a:t>
            </a:r>
          </a:p>
          <a:p>
            <a:pPr marL="180000"/>
            <a:r>
              <a:rPr lang="es-ES" sz="2800" b="1" dirty="0" err="1">
                <a:latin typeface="Roboto" panose="02000000000000000000" pitchFamily="2" charset="0"/>
                <a:ea typeface="Roboto" panose="02000000000000000000" pitchFamily="2" charset="0"/>
              </a:rPr>
              <a:t>Solve</a:t>
            </a:r>
            <a:r>
              <a:rPr lang="es-ES" sz="2800" b="1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ES" sz="2800" b="1" dirty="0" err="1">
                <a:latin typeface="Roboto" panose="02000000000000000000" pitchFamily="2" charset="0"/>
                <a:ea typeface="Roboto" panose="02000000000000000000" pitchFamily="2" charset="0"/>
              </a:rPr>
              <a:t>this</a:t>
            </a:r>
            <a:r>
              <a:rPr lang="es-ES" sz="2800" b="1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ES" sz="2800" b="1" dirty="0" err="1">
                <a:latin typeface="Roboto" panose="02000000000000000000" pitchFamily="2" charset="0"/>
                <a:ea typeface="Roboto" panose="02000000000000000000" pitchFamily="2" charset="0"/>
              </a:rPr>
              <a:t>equation</a:t>
            </a:r>
            <a:endParaRPr lang="es-ES" sz="2800" b="1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180000"/>
            <a:r>
              <a:rPr lang="es-ES" sz="1600" b="1" dirty="0" err="1">
                <a:latin typeface="Roboto" panose="02000000000000000000" pitchFamily="2" charset="0"/>
                <a:ea typeface="Roboto" panose="02000000000000000000" pitchFamily="2" charset="0"/>
              </a:rPr>
              <a:t>If</a:t>
            </a:r>
            <a:r>
              <a:rPr lang="es-ES" sz="1600" b="1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ES" sz="1600" b="1" dirty="0" err="1">
                <a:latin typeface="Roboto" panose="02000000000000000000" pitchFamily="2" charset="0"/>
                <a:ea typeface="Roboto" panose="02000000000000000000" pitchFamily="2" charset="0"/>
              </a:rPr>
              <a:t>you</a:t>
            </a:r>
            <a:r>
              <a:rPr lang="es-ES" sz="1600" b="1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ES" sz="1600" b="1" dirty="0" err="1">
                <a:latin typeface="Roboto" panose="02000000000000000000" pitchFamily="2" charset="0"/>
                <a:ea typeface="Roboto" panose="02000000000000000000" pitchFamily="2" charset="0"/>
              </a:rPr>
              <a:t>can’t</a:t>
            </a:r>
            <a:r>
              <a:rPr lang="es-ES" sz="1600" b="1" dirty="0"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s-ES" sz="1600" b="1" dirty="0" err="1">
                <a:latin typeface="Roboto" panose="02000000000000000000" pitchFamily="2" charset="0"/>
                <a:ea typeface="Roboto" panose="02000000000000000000" pitchFamily="2" charset="0"/>
              </a:rPr>
              <a:t>click</a:t>
            </a:r>
            <a:r>
              <a:rPr lang="es-ES" sz="1600" b="1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ES" sz="1600" b="1" dirty="0" err="1">
                <a:latin typeface="Roboto" panose="02000000000000000000" pitchFamily="2" charset="0"/>
                <a:ea typeface="Roboto" panose="02000000000000000000" pitchFamily="2" charset="0"/>
              </a:rPr>
              <a:t>skip</a:t>
            </a:r>
            <a:endParaRPr lang="es-EC" sz="16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0" name="Header">
            <a:hlinkClick r:id="rId4" action="ppaction://hlinksldjump"/>
            <a:extLst>
              <a:ext uri="{FF2B5EF4-FFF2-40B4-BE49-F238E27FC236}">
                <a16:creationId xmlns:a16="http://schemas.microsoft.com/office/drawing/2014/main" id="{C4C2E8E7-A11E-3FFD-44DB-F07CD0FEB6AA}"/>
              </a:ext>
            </a:extLst>
          </p:cNvPr>
          <p:cNvSpPr/>
          <p:nvPr/>
        </p:nvSpPr>
        <p:spPr>
          <a:xfrm>
            <a:off x="6732452" y="5854700"/>
            <a:ext cx="1257300" cy="406400"/>
          </a:xfrm>
          <a:prstGeom prst="rect">
            <a:avLst/>
          </a:prstGeom>
          <a:solidFill>
            <a:srgbClr val="3986D8"/>
          </a:solidFill>
          <a:ln>
            <a:solidFill>
              <a:srgbClr val="398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000"/>
            <a:r>
              <a:rPr lang="es-ES" sz="1600" b="1" dirty="0">
                <a:latin typeface="Roboto" panose="02000000000000000000" pitchFamily="2" charset="0"/>
                <a:ea typeface="Roboto" panose="02000000000000000000" pitchFamily="2" charset="0"/>
              </a:rPr>
              <a:t>   SKIP</a:t>
            </a:r>
          </a:p>
        </p:txBody>
      </p:sp>
      <p:sp>
        <p:nvSpPr>
          <p:cNvPr id="32" name="Header">
            <a:hlinkClick r:id="rId5" action="ppaction://hlinksldjump"/>
            <a:extLst>
              <a:ext uri="{FF2B5EF4-FFF2-40B4-BE49-F238E27FC236}">
                <a16:creationId xmlns:a16="http://schemas.microsoft.com/office/drawing/2014/main" id="{BD7F4E6A-B4E0-978A-EA87-C6E41DFDC9E5}"/>
              </a:ext>
            </a:extLst>
          </p:cNvPr>
          <p:cNvSpPr/>
          <p:nvPr/>
        </p:nvSpPr>
        <p:spPr>
          <a:xfrm>
            <a:off x="3948653" y="4417326"/>
            <a:ext cx="979100" cy="406400"/>
          </a:xfrm>
          <a:prstGeom prst="rect">
            <a:avLst/>
          </a:prstGeom>
          <a:solidFill>
            <a:srgbClr val="3986D8"/>
          </a:solidFill>
          <a:ln>
            <a:solidFill>
              <a:srgbClr val="398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000"/>
            <a:r>
              <a:rPr lang="es-ES" sz="1600" b="1" dirty="0">
                <a:latin typeface="Roboto" panose="02000000000000000000" pitchFamily="2" charset="0"/>
                <a:ea typeface="Roboto" panose="02000000000000000000" pitchFamily="2" charset="0"/>
              </a:rPr>
              <a:t>283</a:t>
            </a:r>
            <a:r>
              <a:rPr lang="el-GR" sz="1600" b="1" dirty="0">
                <a:latin typeface="Roboto" panose="02000000000000000000" pitchFamily="2" charset="0"/>
                <a:ea typeface="Roboto" panose="02000000000000000000" pitchFamily="2" charset="0"/>
              </a:rPr>
              <a:t>π</a:t>
            </a:r>
            <a:endParaRPr lang="es-ES" sz="16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34" name="Replay animation" descr="&lt;svg xmlns=&quot;http://www.w3.org/2000/svg&quot; height=&quot;24px&quot; viewBox=&quot;0 -960 960 960&quot; width=&quot;24px&quot; fill=&quot;#808080&quot;&gt;&lt;path d=&quot;M480-160q-134 0-227-93t-93-227q0-134 93-227t227-93q69 0 132 28.5T720-690v-110h80v280H520v-80h168q-32-56-87.5-88T480-720q-100 0-170 70t-70 170q0 100 70 170t170 70q77 0 139-44t87-116h84q-28 106-114 173t-196 67Z&quot;/&gt;&lt;/svg&gt;">
            <a:extLst>
              <a:ext uri="{FF2B5EF4-FFF2-40B4-BE49-F238E27FC236}">
                <a16:creationId xmlns:a16="http://schemas.microsoft.com/office/drawing/2014/main" id="{5361C06F-FA63-98C0-C481-2FDDD3AF92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5980" y="5833376"/>
            <a:ext cx="427724" cy="427724"/>
          </a:xfrm>
          <a:prstGeom prst="rect">
            <a:avLst/>
          </a:prstGeom>
        </p:spPr>
      </p:pic>
      <p:pic>
        <p:nvPicPr>
          <p:cNvPr id="36" name="Music on" descr="&lt;svg xmlns=&quot;http://www.w3.org/2000/svg&quot; height=&quot;24px&quot; viewBox=&quot;0 -960 960 960&quot; width=&quot;24px&quot; fill=&quot;#000000&quot;&gt;&lt;path d=&quot;M360-120H200q-33 0-56.5-23.5T120-200v-280q0-75 28.5-140.5t77-114q48.5-48.5 114-77T480-840q75 0 140.5 28.5t114 77q48.5 48.5 77 114T840-480v280q0 33-23.5 56.5T760-120H600v-320h160v-40q0-117-81.5-198.5T480-760q-117 0-198.5 81.5T200-480v40h160v320Zm-80-240h-80v160h80v-160Zm400 0v160h80v-160h-80Zm-400 0h-80 80Zm400 0h80-80Z&quot;/&gt;&lt;/svg&gt;">
            <a:hlinkClick r:id="" action="ppaction://noaction" endSnd="1"/>
            <a:extLst>
              <a:ext uri="{FF2B5EF4-FFF2-40B4-BE49-F238E27FC236}">
                <a16:creationId xmlns:a16="http://schemas.microsoft.com/office/drawing/2014/main" id="{9B324196-CC15-19E0-A249-4F20B90AF1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36107" y="5854701"/>
            <a:ext cx="392136" cy="392136"/>
          </a:xfrm>
          <a:prstGeom prst="rect">
            <a:avLst/>
          </a:prstGeom>
        </p:spPr>
      </p:pic>
      <p:sp>
        <p:nvSpPr>
          <p:cNvPr id="48" name="Header">
            <a:hlinkClick r:id="rId5" action="ppaction://hlinksldjump"/>
            <a:extLst>
              <a:ext uri="{FF2B5EF4-FFF2-40B4-BE49-F238E27FC236}">
                <a16:creationId xmlns:a16="http://schemas.microsoft.com/office/drawing/2014/main" id="{88F53B1E-5A51-F243-D698-BA758C4E6C9D}"/>
              </a:ext>
            </a:extLst>
          </p:cNvPr>
          <p:cNvSpPr/>
          <p:nvPr/>
        </p:nvSpPr>
        <p:spPr>
          <a:xfrm>
            <a:off x="5340553" y="4417326"/>
            <a:ext cx="979100" cy="406400"/>
          </a:xfrm>
          <a:prstGeom prst="rect">
            <a:avLst/>
          </a:prstGeom>
          <a:solidFill>
            <a:srgbClr val="3986D8"/>
          </a:solidFill>
          <a:ln>
            <a:solidFill>
              <a:srgbClr val="398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000"/>
            <a:r>
              <a:rPr lang="es-ES" sz="1600" b="1" dirty="0">
                <a:latin typeface="Roboto" panose="02000000000000000000" pitchFamily="2" charset="0"/>
                <a:ea typeface="Roboto" panose="02000000000000000000" pitchFamily="2" charset="0"/>
              </a:rPr>
              <a:t>-9.86</a:t>
            </a:r>
          </a:p>
        </p:txBody>
      </p:sp>
      <p:sp>
        <p:nvSpPr>
          <p:cNvPr id="50" name="Header">
            <a:hlinkClick r:id="rId5" action="ppaction://hlinksldjump"/>
            <a:extLst>
              <a:ext uri="{FF2B5EF4-FFF2-40B4-BE49-F238E27FC236}">
                <a16:creationId xmlns:a16="http://schemas.microsoft.com/office/drawing/2014/main" id="{84BFA818-F0F6-1864-FA3C-73B9403E88E6}"/>
              </a:ext>
            </a:extLst>
          </p:cNvPr>
          <p:cNvSpPr/>
          <p:nvPr/>
        </p:nvSpPr>
        <p:spPr>
          <a:xfrm>
            <a:off x="6732453" y="4427988"/>
            <a:ext cx="1257300" cy="406400"/>
          </a:xfrm>
          <a:prstGeom prst="rect">
            <a:avLst/>
          </a:prstGeom>
          <a:solidFill>
            <a:srgbClr val="3986D8"/>
          </a:solidFill>
          <a:ln>
            <a:solidFill>
              <a:srgbClr val="398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000"/>
            <a:r>
              <a:rPr lang="es-ES" sz="1600" b="1" dirty="0" err="1">
                <a:latin typeface="Roboto" panose="02000000000000000000" pitchFamily="2" charset="0"/>
                <a:ea typeface="Roboto" panose="02000000000000000000" pitchFamily="2" charset="0"/>
              </a:rPr>
              <a:t>About</a:t>
            </a:r>
            <a:r>
              <a:rPr lang="es-ES" sz="1600" b="1" dirty="0">
                <a:latin typeface="Roboto" panose="02000000000000000000" pitchFamily="2" charset="0"/>
                <a:ea typeface="Roboto" panose="02000000000000000000" pitchFamily="2" charset="0"/>
              </a:rPr>
              <a:t> 2</a:t>
            </a:r>
          </a:p>
        </p:txBody>
      </p:sp>
    </p:spTree>
    <p:extLst>
      <p:ext uri="{BB962C8B-B14F-4D97-AF65-F5344CB8AC3E}">
        <p14:creationId xmlns:p14="http://schemas.microsoft.com/office/powerpoint/2010/main" val="2378345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80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5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30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500"/>
                            </p:stCondLst>
                            <p:childTnLst>
                              <p:par>
                                <p:cTn id="34" presetID="2" presetClass="exit" presetSubtype="1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" presetClass="exit" presetSubtype="1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2" presetClass="exit" presetSubtype="1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2" presetClass="exit" presetSubtype="1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2" presetClass="exit" presetSubtype="1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2" presetClass="exit" presetSubtype="1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2" presetClass="exit" presetSubtype="1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80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0" grpId="0" animBg="1"/>
      <p:bldP spid="32" grpId="0" animBg="1"/>
      <p:bldP spid="48" grpId="0" animBg="1"/>
      <p:bldP spid="5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ext 1">
            <a:extLst>
              <a:ext uri="{FF2B5EF4-FFF2-40B4-BE49-F238E27FC236}">
                <a16:creationId xmlns:a16="http://schemas.microsoft.com/office/drawing/2014/main" id="{12B897DC-DC1E-1F21-C68E-3D39B141F073}"/>
              </a:ext>
            </a:extLst>
          </p:cNvPr>
          <p:cNvGrpSpPr/>
          <p:nvPr/>
        </p:nvGrpSpPr>
        <p:grpSpPr>
          <a:xfrm>
            <a:off x="2613366" y="-172812"/>
            <a:ext cx="6937829" cy="1146629"/>
            <a:chOff x="2628000" y="-172800"/>
            <a:chExt cx="6937829" cy="1146629"/>
          </a:xfrm>
        </p:grpSpPr>
        <p:sp>
          <p:nvSpPr>
            <p:cNvPr id="5" name="Text 1">
              <a:extLst>
                <a:ext uri="{FF2B5EF4-FFF2-40B4-BE49-F238E27FC236}">
                  <a16:creationId xmlns:a16="http://schemas.microsoft.com/office/drawing/2014/main" id="{2E740B8D-F09F-EFB2-C079-6DC5DB457DDD}"/>
                </a:ext>
              </a:extLst>
            </p:cNvPr>
            <p:cNvSpPr/>
            <p:nvPr/>
          </p:nvSpPr>
          <p:spPr>
            <a:xfrm>
              <a:off x="2628000" y="-172800"/>
              <a:ext cx="6937829" cy="1146629"/>
            </a:xfrm>
            <a:prstGeom prst="roundRect">
              <a:avLst/>
            </a:prstGeom>
            <a:solidFill>
              <a:srgbClr val="E8F0FE"/>
            </a:solidFill>
            <a:ln>
              <a:solidFill>
                <a:srgbClr val="E8F0F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808080"/>
                  </a:solidFill>
                </a:rPr>
                <a:t>HOW?! THAT WAS MY BEST CAPTCHA!</a:t>
              </a:r>
              <a:endParaRPr lang="es-EC" b="1" dirty="0">
                <a:solidFill>
                  <a:srgbClr val="808080"/>
                </a:solidFill>
              </a:endParaRPr>
            </a:p>
          </p:txBody>
        </p:sp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3B9CA710-7B37-BBAB-C344-7B4D2B560F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29986" y="76412"/>
              <a:ext cx="771159" cy="721874"/>
            </a:xfrm>
            <a:prstGeom prst="rect">
              <a:avLst/>
            </a:prstGeom>
          </p:spPr>
        </p:pic>
      </p:grpSp>
      <p:grpSp>
        <p:nvGrpSpPr>
          <p:cNvPr id="7" name="Text 2">
            <a:extLst>
              <a:ext uri="{FF2B5EF4-FFF2-40B4-BE49-F238E27FC236}">
                <a16:creationId xmlns:a16="http://schemas.microsoft.com/office/drawing/2014/main" id="{8A3EA4D8-C2FA-5147-725C-7EEDDE7375CC}"/>
              </a:ext>
            </a:extLst>
          </p:cNvPr>
          <p:cNvGrpSpPr/>
          <p:nvPr/>
        </p:nvGrpSpPr>
        <p:grpSpPr>
          <a:xfrm>
            <a:off x="2613365" y="-214995"/>
            <a:ext cx="6937829" cy="1146629"/>
            <a:chOff x="2628000" y="-172800"/>
            <a:chExt cx="6937829" cy="1146629"/>
          </a:xfrm>
        </p:grpSpPr>
        <p:sp>
          <p:nvSpPr>
            <p:cNvPr id="8" name="Text 1">
              <a:extLst>
                <a:ext uri="{FF2B5EF4-FFF2-40B4-BE49-F238E27FC236}">
                  <a16:creationId xmlns:a16="http://schemas.microsoft.com/office/drawing/2014/main" id="{372156BB-61CE-6FD9-8988-4B6C12E06AC5}"/>
                </a:ext>
              </a:extLst>
            </p:cNvPr>
            <p:cNvSpPr/>
            <p:nvPr/>
          </p:nvSpPr>
          <p:spPr>
            <a:xfrm>
              <a:off x="2628000" y="-172800"/>
              <a:ext cx="6937829" cy="1146629"/>
            </a:xfrm>
            <a:prstGeom prst="roundRect">
              <a:avLst/>
            </a:prstGeom>
            <a:solidFill>
              <a:srgbClr val="E8F0FE"/>
            </a:solidFill>
            <a:ln>
              <a:solidFill>
                <a:srgbClr val="E8F0F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808080"/>
                  </a:solidFill>
                </a:rPr>
                <a:t>Well, I guess that proves you’re human.</a:t>
              </a:r>
              <a:endParaRPr lang="es-EC" b="1" dirty="0">
                <a:solidFill>
                  <a:srgbClr val="808080"/>
                </a:solidFill>
              </a:endParaRPr>
            </a:p>
          </p:txBody>
        </p:sp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585E52F6-11D9-5D2F-E836-1663AABD3F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29986" y="76412"/>
              <a:ext cx="771159" cy="721874"/>
            </a:xfrm>
            <a:prstGeom prst="rect">
              <a:avLst/>
            </a:prstGeom>
          </p:spPr>
        </p:pic>
      </p:grpSp>
      <p:grpSp>
        <p:nvGrpSpPr>
          <p:cNvPr id="10" name="Text 3">
            <a:extLst>
              <a:ext uri="{FF2B5EF4-FFF2-40B4-BE49-F238E27FC236}">
                <a16:creationId xmlns:a16="http://schemas.microsoft.com/office/drawing/2014/main" id="{F31B9ADD-19ED-A7FB-C580-229FACDDB044}"/>
              </a:ext>
            </a:extLst>
          </p:cNvPr>
          <p:cNvGrpSpPr/>
          <p:nvPr/>
        </p:nvGrpSpPr>
        <p:grpSpPr>
          <a:xfrm>
            <a:off x="2613364" y="-178161"/>
            <a:ext cx="6937829" cy="1146629"/>
            <a:chOff x="2628000" y="-172800"/>
            <a:chExt cx="6937829" cy="1146629"/>
          </a:xfrm>
        </p:grpSpPr>
        <p:sp>
          <p:nvSpPr>
            <p:cNvPr id="11" name="Text 1">
              <a:extLst>
                <a:ext uri="{FF2B5EF4-FFF2-40B4-BE49-F238E27FC236}">
                  <a16:creationId xmlns:a16="http://schemas.microsoft.com/office/drawing/2014/main" id="{67EC70D9-207D-439C-1565-A6BE809C5488}"/>
                </a:ext>
              </a:extLst>
            </p:cNvPr>
            <p:cNvSpPr/>
            <p:nvPr/>
          </p:nvSpPr>
          <p:spPr>
            <a:xfrm>
              <a:off x="2628000" y="-172800"/>
              <a:ext cx="6937829" cy="1146629"/>
            </a:xfrm>
            <a:prstGeom prst="roundRect">
              <a:avLst/>
            </a:prstGeom>
            <a:solidFill>
              <a:srgbClr val="E8F0FE"/>
            </a:solidFill>
            <a:ln>
              <a:solidFill>
                <a:srgbClr val="E8F0F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808080"/>
                  </a:solidFill>
                </a:rPr>
                <a:t>Enjoy your slideshow then!</a:t>
              </a:r>
              <a:endParaRPr lang="es-EC" b="1" dirty="0">
                <a:solidFill>
                  <a:srgbClr val="808080"/>
                </a:solidFill>
              </a:endParaRPr>
            </a:p>
          </p:txBody>
        </p:sp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24ADCCD5-5E9B-40E8-A3D9-C5734C1D74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29986" y="76412"/>
              <a:ext cx="771159" cy="721874"/>
            </a:xfrm>
            <a:prstGeom prst="rect">
              <a:avLst/>
            </a:prstGeom>
          </p:spPr>
        </p:pic>
      </p:grpSp>
      <p:grpSp>
        <p:nvGrpSpPr>
          <p:cNvPr id="13" name="Text 4">
            <a:extLst>
              <a:ext uri="{FF2B5EF4-FFF2-40B4-BE49-F238E27FC236}">
                <a16:creationId xmlns:a16="http://schemas.microsoft.com/office/drawing/2014/main" id="{B633A377-B640-CF71-2C26-52417D5F93A8}"/>
              </a:ext>
            </a:extLst>
          </p:cNvPr>
          <p:cNvGrpSpPr/>
          <p:nvPr/>
        </p:nvGrpSpPr>
        <p:grpSpPr>
          <a:xfrm>
            <a:off x="2613362" y="-130629"/>
            <a:ext cx="6937829" cy="1146629"/>
            <a:chOff x="2628000" y="-172800"/>
            <a:chExt cx="6937829" cy="1146629"/>
          </a:xfrm>
        </p:grpSpPr>
        <p:sp>
          <p:nvSpPr>
            <p:cNvPr id="14" name="Text 1">
              <a:extLst>
                <a:ext uri="{FF2B5EF4-FFF2-40B4-BE49-F238E27FC236}">
                  <a16:creationId xmlns:a16="http://schemas.microsoft.com/office/drawing/2014/main" id="{72570814-3269-8B93-0DF4-24F18B56C9A3}"/>
                </a:ext>
              </a:extLst>
            </p:cNvPr>
            <p:cNvSpPr/>
            <p:nvPr/>
          </p:nvSpPr>
          <p:spPr>
            <a:xfrm>
              <a:off x="2628000" y="-172800"/>
              <a:ext cx="6937829" cy="1146629"/>
            </a:xfrm>
            <a:prstGeom prst="roundRect">
              <a:avLst/>
            </a:prstGeom>
            <a:solidFill>
              <a:srgbClr val="E8F0FE"/>
            </a:solidFill>
            <a:ln>
              <a:solidFill>
                <a:srgbClr val="E8F0F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i="1" dirty="0">
                  <a:solidFill>
                    <a:srgbClr val="808080"/>
                  </a:solidFill>
                </a:rPr>
                <a:t>A bit convoluted, but what can I say…?</a:t>
              </a:r>
              <a:endParaRPr lang="es-EC" b="1" i="1" dirty="0">
                <a:solidFill>
                  <a:srgbClr val="808080"/>
                </a:solidFill>
              </a:endParaRPr>
            </a:p>
          </p:txBody>
        </p:sp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9FBE4205-CED5-BF7D-E20D-E9DB82915C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29986" y="76412"/>
              <a:ext cx="771159" cy="721874"/>
            </a:xfrm>
            <a:prstGeom prst="rect">
              <a:avLst/>
            </a:prstGeom>
          </p:spPr>
        </p:pic>
      </p:grpSp>
      <p:sp>
        <p:nvSpPr>
          <p:cNvPr id="19" name="Text 5">
            <a:extLst>
              <a:ext uri="{FF2B5EF4-FFF2-40B4-BE49-F238E27FC236}">
                <a16:creationId xmlns:a16="http://schemas.microsoft.com/office/drawing/2014/main" id="{22B1D487-56DB-BD6C-CB46-B08BB2D05B1C}"/>
              </a:ext>
            </a:extLst>
          </p:cNvPr>
          <p:cNvSpPr/>
          <p:nvPr/>
        </p:nvSpPr>
        <p:spPr>
          <a:xfrm>
            <a:off x="2395771" y="5879657"/>
            <a:ext cx="6937829" cy="1146629"/>
          </a:xfrm>
          <a:prstGeom prst="roundRect">
            <a:avLst/>
          </a:prstGeom>
          <a:solidFill>
            <a:srgbClr val="E8F0FE"/>
          </a:solidFill>
          <a:ln>
            <a:solidFill>
              <a:srgbClr val="E8F0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808080"/>
                </a:solidFill>
              </a:rPr>
              <a:t>You finally got access to the slideshow! Congrats!</a:t>
            </a:r>
            <a:endParaRPr lang="es-EC" dirty="0">
              <a:solidFill>
                <a:srgbClr val="808080"/>
              </a:solidFill>
            </a:endParaRPr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400F264B-8486-88DE-904F-3FBA64121A93}"/>
              </a:ext>
            </a:extLst>
          </p:cNvPr>
          <p:cNvSpPr/>
          <p:nvPr/>
        </p:nvSpPr>
        <p:spPr>
          <a:xfrm>
            <a:off x="2395770" y="5879657"/>
            <a:ext cx="6937829" cy="1146629"/>
          </a:xfrm>
          <a:prstGeom prst="roundRect">
            <a:avLst/>
          </a:prstGeom>
          <a:solidFill>
            <a:srgbClr val="E8F0FE"/>
          </a:solidFill>
          <a:ln>
            <a:solidFill>
              <a:srgbClr val="E8F0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808080"/>
                </a:solidFill>
              </a:rPr>
              <a:t>However, what you find is a bit displeasing (lol!)</a:t>
            </a:r>
            <a:endParaRPr lang="es-EC" dirty="0">
              <a:solidFill>
                <a:srgbClr val="808080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D4CDB1E6-7DEB-C35B-2704-2750FD5348AE}"/>
              </a:ext>
            </a:extLst>
          </p:cNvPr>
          <p:cNvSpPr txBox="1"/>
          <p:nvPr/>
        </p:nvSpPr>
        <p:spPr>
          <a:xfrm>
            <a:off x="653144" y="266662"/>
            <a:ext cx="11538856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dirty="0" err="1"/>
              <a:t>Initializing</a:t>
            </a:r>
            <a:r>
              <a:rPr lang="es-EC" dirty="0"/>
              <a:t> </a:t>
            </a:r>
            <a:r>
              <a:rPr lang="es-EC" dirty="0" err="1"/>
              <a:t>advanced</a:t>
            </a:r>
            <a:r>
              <a:rPr lang="es-EC" dirty="0"/>
              <a:t> </a:t>
            </a:r>
            <a:r>
              <a:rPr lang="es-EC" dirty="0" err="1"/>
              <a:t>cellular</a:t>
            </a:r>
            <a:r>
              <a:rPr lang="es-EC" dirty="0"/>
              <a:t> </a:t>
            </a:r>
            <a:r>
              <a:rPr lang="es-EC" dirty="0" err="1"/>
              <a:t>architecture</a:t>
            </a:r>
            <a:r>
              <a:rPr lang="es-EC" dirty="0"/>
              <a:t> </a:t>
            </a:r>
            <a:r>
              <a:rPr lang="es-EC" dirty="0" err="1"/>
              <a:t>scan</a:t>
            </a:r>
            <a:r>
              <a:rPr lang="es-EC" dirty="0"/>
              <a:t>... 🧬</a:t>
            </a:r>
          </a:p>
          <a:p>
            <a:r>
              <a:rPr lang="es-EC" dirty="0"/>
              <a:t>Here </a:t>
            </a:r>
            <a:r>
              <a:rPr lang="es-EC" dirty="0" err="1"/>
              <a:t>is</a:t>
            </a:r>
            <a:r>
              <a:rPr lang="es-EC" dirty="0"/>
              <a:t> a more </a:t>
            </a:r>
            <a:r>
              <a:rPr lang="es-EC" dirty="0" err="1"/>
              <a:t>detailed</a:t>
            </a:r>
            <a:r>
              <a:rPr lang="es-EC" dirty="0"/>
              <a:t> </a:t>
            </a:r>
            <a:r>
              <a:rPr lang="es-EC" dirty="0" err="1"/>
              <a:t>diagnostic</a:t>
            </a:r>
            <a:r>
              <a:rPr lang="es-EC" dirty="0"/>
              <a:t> </a:t>
            </a:r>
            <a:r>
              <a:rPr lang="es-EC" dirty="0" err="1"/>
              <a:t>breakdown</a:t>
            </a:r>
            <a:r>
              <a:rPr lang="es-EC" dirty="0"/>
              <a:t> </a:t>
            </a:r>
            <a:r>
              <a:rPr lang="es-EC" dirty="0" err="1"/>
              <a:t>of</a:t>
            </a:r>
            <a:r>
              <a:rPr lang="es-EC" dirty="0"/>
              <a:t> </a:t>
            </a:r>
            <a:r>
              <a:rPr lang="es-EC" dirty="0" err="1"/>
              <a:t>the</a:t>
            </a:r>
            <a:r>
              <a:rPr lang="es-EC" dirty="0"/>
              <a:t> </a:t>
            </a:r>
            <a:r>
              <a:rPr lang="es-EC" dirty="0" err="1"/>
              <a:t>primary</a:t>
            </a:r>
            <a:r>
              <a:rPr lang="es-EC" dirty="0"/>
              <a:t> </a:t>
            </a:r>
            <a:r>
              <a:rPr lang="es-EC" dirty="0" err="1"/>
              <a:t>microscopic</a:t>
            </a:r>
            <a:r>
              <a:rPr lang="es-EC" dirty="0"/>
              <a:t> </a:t>
            </a:r>
            <a:r>
              <a:rPr lang="es-EC" dirty="0" err="1"/>
              <a:t>machinery</a:t>
            </a:r>
            <a:r>
              <a:rPr lang="es-EC" dirty="0"/>
              <a:t> </a:t>
            </a:r>
            <a:r>
              <a:rPr lang="es-EC" dirty="0" err="1"/>
              <a:t>operating</a:t>
            </a:r>
            <a:r>
              <a:rPr lang="es-EC" dirty="0"/>
              <a:t> </a:t>
            </a:r>
            <a:r>
              <a:rPr lang="es-EC" dirty="0" err="1"/>
              <a:t>within</a:t>
            </a:r>
            <a:r>
              <a:rPr lang="es-EC" dirty="0"/>
              <a:t> </a:t>
            </a:r>
            <a:r>
              <a:rPr lang="es-EC" dirty="0" err="1"/>
              <a:t>eukaryotic</a:t>
            </a:r>
            <a:r>
              <a:rPr lang="es-EC" dirty="0"/>
              <a:t> </a:t>
            </a:r>
            <a:r>
              <a:rPr lang="es-EC" dirty="0" err="1"/>
              <a:t>cells</a:t>
            </a:r>
            <a:r>
              <a:rPr lang="es-EC" dirty="0"/>
              <a:t>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C" b="1" dirty="0"/>
              <a:t>The </a:t>
            </a:r>
            <a:r>
              <a:rPr lang="es-EC" b="1" dirty="0" err="1"/>
              <a:t>Nucleus</a:t>
            </a:r>
            <a:r>
              <a:rPr lang="es-EC" b="1" dirty="0"/>
              <a:t> (Command Center):</a:t>
            </a:r>
            <a:r>
              <a:rPr lang="es-EC" dirty="0"/>
              <a:t> Houses </a:t>
            </a:r>
            <a:r>
              <a:rPr lang="es-EC" dirty="0" err="1"/>
              <a:t>the</a:t>
            </a:r>
            <a:r>
              <a:rPr lang="es-EC" dirty="0"/>
              <a:t> </a:t>
            </a:r>
            <a:r>
              <a:rPr lang="es-EC" dirty="0" err="1"/>
              <a:t>cell's</a:t>
            </a:r>
            <a:r>
              <a:rPr lang="es-EC" dirty="0"/>
              <a:t> </a:t>
            </a:r>
            <a:r>
              <a:rPr lang="es-EC" dirty="0" err="1"/>
              <a:t>genetic</a:t>
            </a:r>
            <a:r>
              <a:rPr lang="es-EC" dirty="0"/>
              <a:t> </a:t>
            </a:r>
            <a:r>
              <a:rPr lang="es-EC" dirty="0" err="1"/>
              <a:t>blueprint</a:t>
            </a:r>
            <a:r>
              <a:rPr lang="es-EC" dirty="0"/>
              <a:t> (DNA) </a:t>
            </a:r>
            <a:r>
              <a:rPr lang="es-EC" dirty="0" err="1"/>
              <a:t>organized</a:t>
            </a:r>
            <a:r>
              <a:rPr lang="es-EC" dirty="0"/>
              <a:t> </a:t>
            </a:r>
            <a:r>
              <a:rPr lang="es-EC" dirty="0" err="1"/>
              <a:t>into</a:t>
            </a:r>
            <a:r>
              <a:rPr lang="es-EC" dirty="0"/>
              <a:t> </a:t>
            </a:r>
            <a:r>
              <a:rPr lang="es-EC" dirty="0" err="1"/>
              <a:t>chromosomes</a:t>
            </a:r>
            <a:r>
              <a:rPr lang="es-EC" dirty="0"/>
              <a:t>. </a:t>
            </a:r>
            <a:r>
              <a:rPr lang="es-EC" dirty="0" err="1"/>
              <a:t>It</a:t>
            </a:r>
            <a:r>
              <a:rPr lang="es-EC" dirty="0"/>
              <a:t> </a:t>
            </a:r>
            <a:r>
              <a:rPr lang="es-EC" dirty="0" err="1"/>
              <a:t>manages</a:t>
            </a:r>
            <a:r>
              <a:rPr lang="es-EC" dirty="0"/>
              <a:t> </a:t>
            </a:r>
            <a:r>
              <a:rPr lang="es-EC" dirty="0" err="1"/>
              <a:t>transcriptional</a:t>
            </a:r>
            <a:r>
              <a:rPr lang="es-EC" dirty="0"/>
              <a:t> control, </a:t>
            </a:r>
            <a:r>
              <a:rPr lang="es-EC" dirty="0" err="1"/>
              <a:t>dictates</a:t>
            </a:r>
            <a:r>
              <a:rPr lang="es-EC" dirty="0"/>
              <a:t> </a:t>
            </a:r>
            <a:r>
              <a:rPr lang="es-EC" dirty="0" err="1"/>
              <a:t>protein</a:t>
            </a:r>
            <a:r>
              <a:rPr lang="es-EC" dirty="0"/>
              <a:t> </a:t>
            </a:r>
            <a:r>
              <a:rPr lang="es-EC" dirty="0" err="1"/>
              <a:t>synthesis</a:t>
            </a:r>
            <a:r>
              <a:rPr lang="es-EC" dirty="0"/>
              <a:t>, and </a:t>
            </a:r>
            <a:r>
              <a:rPr lang="es-EC" dirty="0" err="1"/>
              <a:t>directs</a:t>
            </a:r>
            <a:r>
              <a:rPr lang="es-EC" dirty="0"/>
              <a:t> </a:t>
            </a:r>
            <a:r>
              <a:rPr lang="es-EC" dirty="0" err="1"/>
              <a:t>overall</a:t>
            </a:r>
            <a:r>
              <a:rPr lang="es-EC" dirty="0"/>
              <a:t> </a:t>
            </a:r>
            <a:r>
              <a:rPr lang="es-EC" dirty="0" err="1"/>
              <a:t>cellular</a:t>
            </a:r>
            <a:r>
              <a:rPr lang="es-EC" dirty="0"/>
              <a:t> </a:t>
            </a:r>
            <a:r>
              <a:rPr lang="es-EC" dirty="0" err="1"/>
              <a:t>replication</a:t>
            </a:r>
            <a:r>
              <a:rPr lang="es-EC" dirty="0"/>
              <a:t> and </a:t>
            </a:r>
            <a:r>
              <a:rPr lang="es-EC" dirty="0" err="1"/>
              <a:t>function</a:t>
            </a:r>
            <a:r>
              <a:rPr lang="es-EC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C" b="1" dirty="0" err="1"/>
              <a:t>Mitochondria</a:t>
            </a:r>
            <a:r>
              <a:rPr lang="es-EC" b="1" dirty="0"/>
              <a:t> (Energy </a:t>
            </a:r>
            <a:r>
              <a:rPr lang="es-EC" b="1" dirty="0" err="1"/>
              <a:t>Generators</a:t>
            </a:r>
            <a:r>
              <a:rPr lang="es-EC" b="1" dirty="0"/>
              <a:t>):</a:t>
            </a:r>
            <a:r>
              <a:rPr lang="es-EC" dirty="0"/>
              <a:t> </a:t>
            </a:r>
            <a:r>
              <a:rPr lang="es-EC" dirty="0" err="1"/>
              <a:t>Often</a:t>
            </a:r>
            <a:r>
              <a:rPr lang="es-EC" dirty="0"/>
              <a:t> </a:t>
            </a:r>
            <a:r>
              <a:rPr lang="es-EC" dirty="0" err="1"/>
              <a:t>called</a:t>
            </a:r>
            <a:r>
              <a:rPr lang="es-EC" dirty="0"/>
              <a:t> </a:t>
            </a:r>
            <a:r>
              <a:rPr lang="es-EC" dirty="0" err="1"/>
              <a:t>the</a:t>
            </a:r>
            <a:r>
              <a:rPr lang="es-EC" dirty="0"/>
              <a:t> "</a:t>
            </a:r>
            <a:r>
              <a:rPr lang="es-EC" dirty="0" err="1"/>
              <a:t>powerhouses</a:t>
            </a:r>
            <a:r>
              <a:rPr lang="es-EC" dirty="0"/>
              <a:t>" </a:t>
            </a:r>
            <a:r>
              <a:rPr lang="es-EC" dirty="0" err="1"/>
              <a:t>of</a:t>
            </a:r>
            <a:r>
              <a:rPr lang="es-EC" dirty="0"/>
              <a:t> </a:t>
            </a:r>
            <a:r>
              <a:rPr lang="es-EC" dirty="0" err="1"/>
              <a:t>the</a:t>
            </a:r>
            <a:r>
              <a:rPr lang="es-EC" dirty="0"/>
              <a:t> </a:t>
            </a:r>
            <a:r>
              <a:rPr lang="es-EC" dirty="0" err="1"/>
              <a:t>cell</a:t>
            </a:r>
            <a:r>
              <a:rPr lang="es-EC" dirty="0"/>
              <a:t>, </a:t>
            </a:r>
            <a:r>
              <a:rPr lang="es-EC" dirty="0" err="1"/>
              <a:t>these</a:t>
            </a:r>
            <a:r>
              <a:rPr lang="es-EC" dirty="0"/>
              <a:t> </a:t>
            </a:r>
            <a:r>
              <a:rPr lang="es-EC" dirty="0" err="1"/>
              <a:t>double-membraned</a:t>
            </a:r>
            <a:r>
              <a:rPr lang="es-EC" dirty="0"/>
              <a:t> </a:t>
            </a:r>
            <a:r>
              <a:rPr lang="es-EC" dirty="0" err="1"/>
              <a:t>organelles</a:t>
            </a:r>
            <a:r>
              <a:rPr lang="es-EC" dirty="0"/>
              <a:t> </a:t>
            </a:r>
            <a:r>
              <a:rPr lang="es-EC" dirty="0" err="1"/>
              <a:t>convert</a:t>
            </a:r>
            <a:r>
              <a:rPr lang="es-EC" dirty="0"/>
              <a:t> </a:t>
            </a:r>
            <a:r>
              <a:rPr lang="es-EC" dirty="0" err="1"/>
              <a:t>nutrients</a:t>
            </a:r>
            <a:r>
              <a:rPr lang="es-EC" dirty="0"/>
              <a:t> </a:t>
            </a:r>
            <a:r>
              <a:rPr lang="es-EC" dirty="0" err="1"/>
              <a:t>into</a:t>
            </a:r>
            <a:r>
              <a:rPr lang="es-EC" dirty="0"/>
              <a:t> </a:t>
            </a:r>
            <a:r>
              <a:rPr lang="es-EC" dirty="0" err="1"/>
              <a:t>adenosine</a:t>
            </a:r>
            <a:r>
              <a:rPr lang="es-EC" dirty="0"/>
              <a:t> </a:t>
            </a:r>
            <a:r>
              <a:rPr lang="es-EC" dirty="0" err="1"/>
              <a:t>triphosphate</a:t>
            </a:r>
            <a:r>
              <a:rPr lang="es-EC" dirty="0"/>
              <a:t> (ATP) </a:t>
            </a:r>
            <a:r>
              <a:rPr lang="es-EC" dirty="0" err="1"/>
              <a:t>through</a:t>
            </a:r>
            <a:r>
              <a:rPr lang="es-EC" dirty="0"/>
              <a:t> </a:t>
            </a:r>
            <a:r>
              <a:rPr lang="es-EC" dirty="0" err="1"/>
              <a:t>cellular</a:t>
            </a:r>
            <a:r>
              <a:rPr lang="es-EC" dirty="0"/>
              <a:t> </a:t>
            </a:r>
            <a:r>
              <a:rPr lang="es-EC" dirty="0" err="1"/>
              <a:t>respiration</a:t>
            </a:r>
            <a:r>
              <a:rPr lang="es-EC" dirty="0"/>
              <a:t>, </a:t>
            </a:r>
            <a:r>
              <a:rPr lang="es-EC" dirty="0" err="1"/>
              <a:t>fueling</a:t>
            </a:r>
            <a:r>
              <a:rPr lang="es-EC" dirty="0"/>
              <a:t> </a:t>
            </a:r>
            <a:r>
              <a:rPr lang="es-EC" dirty="0" err="1"/>
              <a:t>virtually</a:t>
            </a:r>
            <a:r>
              <a:rPr lang="es-EC" dirty="0"/>
              <a:t> </a:t>
            </a:r>
            <a:r>
              <a:rPr lang="es-EC" dirty="0" err="1"/>
              <a:t>all</a:t>
            </a:r>
            <a:r>
              <a:rPr lang="es-EC" dirty="0"/>
              <a:t> </a:t>
            </a:r>
            <a:r>
              <a:rPr lang="es-EC" dirty="0" err="1"/>
              <a:t>metabolic</a:t>
            </a:r>
            <a:r>
              <a:rPr lang="es-EC" dirty="0"/>
              <a:t> </a:t>
            </a:r>
            <a:r>
              <a:rPr lang="es-EC" dirty="0" err="1"/>
              <a:t>activities</a:t>
            </a:r>
            <a:r>
              <a:rPr lang="es-EC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C" b="1" dirty="0" err="1"/>
              <a:t>Ribosomes</a:t>
            </a:r>
            <a:r>
              <a:rPr lang="es-EC" b="1" dirty="0"/>
              <a:t> &amp; </a:t>
            </a:r>
            <a:r>
              <a:rPr lang="es-EC" b="1" dirty="0" err="1"/>
              <a:t>Endoplasmic</a:t>
            </a:r>
            <a:r>
              <a:rPr lang="es-EC" b="1" dirty="0"/>
              <a:t> </a:t>
            </a:r>
            <a:r>
              <a:rPr lang="es-EC" b="1" dirty="0" err="1"/>
              <a:t>Reticulum</a:t>
            </a:r>
            <a:r>
              <a:rPr lang="es-EC" b="1" dirty="0"/>
              <a:t> (The </a:t>
            </a:r>
            <a:r>
              <a:rPr lang="es-EC" b="1" dirty="0" err="1"/>
              <a:t>Synthesis</a:t>
            </a:r>
            <a:r>
              <a:rPr lang="es-EC" b="1" dirty="0"/>
              <a:t> Line):</a:t>
            </a:r>
            <a:endParaRPr lang="es-EC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i="1" dirty="0" err="1"/>
              <a:t>Ribosomes</a:t>
            </a:r>
            <a:r>
              <a:rPr lang="es-EC" dirty="0"/>
              <a:t> </a:t>
            </a:r>
            <a:r>
              <a:rPr lang="es-EC" dirty="0" err="1"/>
              <a:t>translate</a:t>
            </a:r>
            <a:r>
              <a:rPr lang="es-EC" dirty="0"/>
              <a:t> </a:t>
            </a:r>
            <a:r>
              <a:rPr lang="es-EC" dirty="0" err="1"/>
              <a:t>messenger</a:t>
            </a:r>
            <a:r>
              <a:rPr lang="es-EC" dirty="0"/>
              <a:t> RNA </a:t>
            </a:r>
            <a:r>
              <a:rPr lang="es-EC" dirty="0" err="1"/>
              <a:t>into</a:t>
            </a:r>
            <a:r>
              <a:rPr lang="es-EC" dirty="0"/>
              <a:t> </a:t>
            </a:r>
            <a:r>
              <a:rPr lang="es-EC" dirty="0" err="1"/>
              <a:t>polypeptide</a:t>
            </a:r>
            <a:r>
              <a:rPr lang="es-EC" dirty="0"/>
              <a:t> </a:t>
            </a:r>
            <a:r>
              <a:rPr lang="es-EC" dirty="0" err="1"/>
              <a:t>chains</a:t>
            </a:r>
            <a:r>
              <a:rPr lang="es-EC" dirty="0"/>
              <a:t> (</a:t>
            </a:r>
            <a:r>
              <a:rPr lang="es-EC" dirty="0" err="1"/>
              <a:t>proteins</a:t>
            </a:r>
            <a:r>
              <a:rPr lang="es-EC" dirty="0"/>
              <a:t>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dirty="0"/>
              <a:t>The </a:t>
            </a:r>
            <a:r>
              <a:rPr lang="es-EC" i="1" dirty="0"/>
              <a:t>Rough ER</a:t>
            </a:r>
            <a:r>
              <a:rPr lang="es-EC" dirty="0"/>
              <a:t> (</a:t>
            </a:r>
            <a:r>
              <a:rPr lang="es-EC" dirty="0" err="1"/>
              <a:t>studded</a:t>
            </a:r>
            <a:r>
              <a:rPr lang="es-EC" dirty="0"/>
              <a:t> </a:t>
            </a:r>
            <a:r>
              <a:rPr lang="es-EC" dirty="0" err="1"/>
              <a:t>with</a:t>
            </a:r>
            <a:r>
              <a:rPr lang="es-EC" dirty="0"/>
              <a:t> </a:t>
            </a:r>
            <a:r>
              <a:rPr lang="es-EC" dirty="0" err="1"/>
              <a:t>ribosomes</a:t>
            </a:r>
            <a:r>
              <a:rPr lang="es-EC" dirty="0"/>
              <a:t>) </a:t>
            </a:r>
            <a:r>
              <a:rPr lang="es-EC" dirty="0" err="1"/>
              <a:t>folds</a:t>
            </a:r>
            <a:r>
              <a:rPr lang="es-EC" dirty="0"/>
              <a:t> and </a:t>
            </a:r>
            <a:r>
              <a:rPr lang="es-EC" dirty="0" err="1"/>
              <a:t>processes</a:t>
            </a:r>
            <a:r>
              <a:rPr lang="es-EC" dirty="0"/>
              <a:t> </a:t>
            </a:r>
            <a:r>
              <a:rPr lang="es-EC" dirty="0" err="1"/>
              <a:t>proteins</a:t>
            </a:r>
            <a:r>
              <a:rPr lang="es-EC" dirty="0"/>
              <a:t>, </a:t>
            </a:r>
            <a:r>
              <a:rPr lang="es-EC" dirty="0" err="1"/>
              <a:t>while</a:t>
            </a:r>
            <a:r>
              <a:rPr lang="es-EC" dirty="0"/>
              <a:t> </a:t>
            </a:r>
            <a:r>
              <a:rPr lang="es-EC" dirty="0" err="1"/>
              <a:t>the</a:t>
            </a:r>
            <a:r>
              <a:rPr lang="es-EC" dirty="0"/>
              <a:t> </a:t>
            </a:r>
            <a:r>
              <a:rPr lang="es-EC" i="1" dirty="0"/>
              <a:t>Smooth ER</a:t>
            </a:r>
            <a:r>
              <a:rPr lang="es-EC" dirty="0"/>
              <a:t> </a:t>
            </a:r>
            <a:r>
              <a:rPr lang="es-EC" dirty="0" err="1"/>
              <a:t>synthesizes</a:t>
            </a:r>
            <a:r>
              <a:rPr lang="es-EC" dirty="0"/>
              <a:t> </a:t>
            </a:r>
            <a:r>
              <a:rPr lang="es-EC" dirty="0" err="1"/>
              <a:t>lipids</a:t>
            </a:r>
            <a:r>
              <a:rPr lang="es-EC" dirty="0"/>
              <a:t>, </a:t>
            </a:r>
            <a:r>
              <a:rPr lang="es-EC" dirty="0" err="1"/>
              <a:t>phospholipids</a:t>
            </a:r>
            <a:r>
              <a:rPr lang="es-EC" dirty="0"/>
              <a:t>, and </a:t>
            </a:r>
            <a:r>
              <a:rPr lang="es-EC" dirty="0" err="1"/>
              <a:t>steroids</a:t>
            </a:r>
            <a:r>
              <a:rPr lang="es-EC" dirty="0"/>
              <a:t>, </a:t>
            </a:r>
            <a:r>
              <a:rPr lang="es-EC" dirty="0" err="1"/>
              <a:t>alongside</a:t>
            </a:r>
            <a:r>
              <a:rPr lang="es-EC" dirty="0"/>
              <a:t> </a:t>
            </a:r>
            <a:r>
              <a:rPr lang="es-EC" dirty="0" err="1"/>
              <a:t>detoxifying</a:t>
            </a:r>
            <a:r>
              <a:rPr lang="es-EC" dirty="0"/>
              <a:t> </a:t>
            </a:r>
            <a:r>
              <a:rPr lang="es-EC" dirty="0" err="1"/>
              <a:t>metabolic</a:t>
            </a:r>
            <a:r>
              <a:rPr lang="es-EC" dirty="0"/>
              <a:t> </a:t>
            </a:r>
            <a:r>
              <a:rPr lang="es-EC" dirty="0" err="1"/>
              <a:t>byproducts</a:t>
            </a:r>
            <a:r>
              <a:rPr lang="es-EC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C" b="1" dirty="0"/>
              <a:t>Golgi </a:t>
            </a:r>
            <a:r>
              <a:rPr lang="es-EC" b="1" dirty="0" err="1"/>
              <a:t>Apparatus</a:t>
            </a:r>
            <a:r>
              <a:rPr lang="es-EC" b="1" dirty="0"/>
              <a:t> (The </a:t>
            </a:r>
            <a:r>
              <a:rPr lang="es-EC" b="1" dirty="0" err="1"/>
              <a:t>Shipping</a:t>
            </a:r>
            <a:r>
              <a:rPr lang="es-EC" b="1" dirty="0"/>
              <a:t> </a:t>
            </a:r>
            <a:r>
              <a:rPr lang="es-EC" b="1" dirty="0" err="1"/>
              <a:t>Department</a:t>
            </a:r>
            <a:r>
              <a:rPr lang="es-EC" b="1" dirty="0"/>
              <a:t>):</a:t>
            </a:r>
            <a:r>
              <a:rPr lang="es-EC" dirty="0"/>
              <a:t> A series </a:t>
            </a:r>
            <a:r>
              <a:rPr lang="es-EC" dirty="0" err="1"/>
              <a:t>of</a:t>
            </a:r>
            <a:r>
              <a:rPr lang="es-EC" dirty="0"/>
              <a:t> </a:t>
            </a:r>
            <a:r>
              <a:rPr lang="es-EC" dirty="0" err="1"/>
              <a:t>flattened</a:t>
            </a:r>
            <a:r>
              <a:rPr lang="es-EC" dirty="0"/>
              <a:t> </a:t>
            </a:r>
            <a:r>
              <a:rPr lang="es-EC" dirty="0" err="1"/>
              <a:t>membranous</a:t>
            </a:r>
            <a:r>
              <a:rPr lang="es-EC" dirty="0"/>
              <a:t> </a:t>
            </a:r>
            <a:r>
              <a:rPr lang="es-EC" dirty="0" err="1"/>
              <a:t>sacs</a:t>
            </a:r>
            <a:r>
              <a:rPr lang="es-EC" dirty="0"/>
              <a:t> </a:t>
            </a:r>
            <a:r>
              <a:rPr lang="es-EC" dirty="0" err="1"/>
              <a:t>that</a:t>
            </a:r>
            <a:r>
              <a:rPr lang="es-EC" dirty="0"/>
              <a:t> </a:t>
            </a:r>
            <a:r>
              <a:rPr lang="es-EC" dirty="0" err="1"/>
              <a:t>receive</a:t>
            </a:r>
            <a:r>
              <a:rPr lang="es-EC" dirty="0"/>
              <a:t> </a:t>
            </a:r>
            <a:r>
              <a:rPr lang="es-EC" dirty="0" err="1"/>
              <a:t>proteins</a:t>
            </a:r>
            <a:r>
              <a:rPr lang="es-EC" dirty="0"/>
              <a:t> and </a:t>
            </a:r>
            <a:r>
              <a:rPr lang="es-EC" dirty="0" err="1"/>
              <a:t>lipids</a:t>
            </a:r>
            <a:r>
              <a:rPr lang="es-EC" dirty="0"/>
              <a:t> </a:t>
            </a:r>
            <a:r>
              <a:rPr lang="es-EC" dirty="0" err="1"/>
              <a:t>from</a:t>
            </a:r>
            <a:r>
              <a:rPr lang="es-EC" dirty="0"/>
              <a:t> </a:t>
            </a:r>
            <a:r>
              <a:rPr lang="es-EC" dirty="0" err="1"/>
              <a:t>the</a:t>
            </a:r>
            <a:r>
              <a:rPr lang="es-EC" dirty="0"/>
              <a:t> </a:t>
            </a:r>
            <a:r>
              <a:rPr lang="es-EC" dirty="0" err="1"/>
              <a:t>endoplasmic</a:t>
            </a:r>
            <a:r>
              <a:rPr lang="es-EC" dirty="0"/>
              <a:t> </a:t>
            </a:r>
            <a:r>
              <a:rPr lang="es-EC" dirty="0" err="1"/>
              <a:t>reticulum</a:t>
            </a:r>
            <a:r>
              <a:rPr lang="es-EC" dirty="0"/>
              <a:t>, </a:t>
            </a:r>
            <a:r>
              <a:rPr lang="es-EC" dirty="0" err="1"/>
              <a:t>modify</a:t>
            </a:r>
            <a:r>
              <a:rPr lang="es-EC" dirty="0"/>
              <a:t> </a:t>
            </a:r>
            <a:r>
              <a:rPr lang="es-EC" dirty="0" err="1"/>
              <a:t>them</a:t>
            </a:r>
            <a:r>
              <a:rPr lang="es-EC" dirty="0"/>
              <a:t> </a:t>
            </a:r>
            <a:r>
              <a:rPr lang="es-EC" dirty="0" err="1"/>
              <a:t>with</a:t>
            </a:r>
            <a:r>
              <a:rPr lang="es-EC" dirty="0"/>
              <a:t> </a:t>
            </a:r>
            <a:r>
              <a:rPr lang="es-EC" dirty="0" err="1"/>
              <a:t>chemical</a:t>
            </a:r>
            <a:r>
              <a:rPr lang="es-EC" dirty="0"/>
              <a:t> tags, and </a:t>
            </a:r>
            <a:r>
              <a:rPr lang="es-EC" dirty="0" err="1"/>
              <a:t>package</a:t>
            </a:r>
            <a:r>
              <a:rPr lang="es-EC" dirty="0"/>
              <a:t> </a:t>
            </a:r>
            <a:r>
              <a:rPr lang="es-EC" dirty="0" err="1"/>
              <a:t>them</a:t>
            </a:r>
            <a:r>
              <a:rPr lang="es-EC" dirty="0"/>
              <a:t> </a:t>
            </a:r>
            <a:r>
              <a:rPr lang="es-EC" dirty="0" err="1"/>
              <a:t>into</a:t>
            </a:r>
            <a:r>
              <a:rPr lang="es-EC" dirty="0"/>
              <a:t> </a:t>
            </a:r>
            <a:r>
              <a:rPr lang="es-EC" dirty="0" err="1"/>
              <a:t>vesicles</a:t>
            </a:r>
            <a:r>
              <a:rPr lang="es-EC" dirty="0"/>
              <a:t> </a:t>
            </a:r>
            <a:r>
              <a:rPr lang="es-EC" dirty="0" err="1"/>
              <a:t>for</a:t>
            </a:r>
            <a:r>
              <a:rPr lang="es-EC" dirty="0"/>
              <a:t> </a:t>
            </a:r>
            <a:r>
              <a:rPr lang="es-EC" dirty="0" err="1"/>
              <a:t>targeted</a:t>
            </a:r>
            <a:r>
              <a:rPr lang="es-EC" dirty="0"/>
              <a:t> </a:t>
            </a:r>
            <a:r>
              <a:rPr lang="es-EC" dirty="0" err="1"/>
              <a:t>delivery</a:t>
            </a:r>
            <a:r>
              <a:rPr lang="es-EC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C" b="1" dirty="0" err="1"/>
              <a:t>Lysosomes</a:t>
            </a:r>
            <a:r>
              <a:rPr lang="es-EC" b="1" dirty="0"/>
              <a:t> &amp; </a:t>
            </a:r>
            <a:r>
              <a:rPr lang="es-EC" b="1" dirty="0" err="1"/>
              <a:t>Peroxisomes</a:t>
            </a:r>
            <a:r>
              <a:rPr lang="es-EC" b="1" dirty="0"/>
              <a:t> (The </a:t>
            </a:r>
            <a:r>
              <a:rPr lang="es-EC" b="1" dirty="0" err="1"/>
              <a:t>Recycling</a:t>
            </a:r>
            <a:r>
              <a:rPr lang="es-EC" b="1" dirty="0"/>
              <a:t> &amp; Defense </a:t>
            </a:r>
            <a:r>
              <a:rPr lang="es-EC" b="1" dirty="0" err="1"/>
              <a:t>Units</a:t>
            </a:r>
            <a:r>
              <a:rPr lang="es-EC" b="1" dirty="0"/>
              <a:t>):</a:t>
            </a:r>
            <a:endParaRPr lang="es-EC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i="1" dirty="0" err="1"/>
              <a:t>Lysosomes</a:t>
            </a:r>
            <a:r>
              <a:rPr lang="es-EC" dirty="0"/>
              <a:t> </a:t>
            </a:r>
            <a:r>
              <a:rPr lang="es-EC" dirty="0" err="1"/>
              <a:t>contain</a:t>
            </a:r>
            <a:r>
              <a:rPr lang="es-EC" dirty="0"/>
              <a:t> </a:t>
            </a:r>
            <a:r>
              <a:rPr lang="es-EC" dirty="0" err="1"/>
              <a:t>acid</a:t>
            </a:r>
            <a:r>
              <a:rPr lang="es-EC" dirty="0"/>
              <a:t> </a:t>
            </a:r>
            <a:r>
              <a:rPr lang="es-EC" dirty="0" err="1"/>
              <a:t>hydrolases</a:t>
            </a:r>
            <a:r>
              <a:rPr lang="es-EC" dirty="0"/>
              <a:t> </a:t>
            </a:r>
            <a:r>
              <a:rPr lang="es-EC" dirty="0" err="1"/>
              <a:t>to</a:t>
            </a:r>
            <a:r>
              <a:rPr lang="es-EC" dirty="0"/>
              <a:t> break </a:t>
            </a:r>
            <a:r>
              <a:rPr lang="es-EC" dirty="0" err="1"/>
              <a:t>down</a:t>
            </a:r>
            <a:r>
              <a:rPr lang="es-EC" dirty="0"/>
              <a:t> </a:t>
            </a:r>
            <a:r>
              <a:rPr lang="es-EC" dirty="0" err="1"/>
              <a:t>waste</a:t>
            </a:r>
            <a:r>
              <a:rPr lang="es-EC" dirty="0"/>
              <a:t>, </a:t>
            </a:r>
            <a:r>
              <a:rPr lang="es-EC" dirty="0" err="1"/>
              <a:t>cellular</a:t>
            </a:r>
            <a:r>
              <a:rPr lang="es-EC" dirty="0"/>
              <a:t> </a:t>
            </a:r>
            <a:r>
              <a:rPr lang="es-EC" dirty="0" err="1"/>
              <a:t>debris</a:t>
            </a:r>
            <a:r>
              <a:rPr lang="es-EC" dirty="0"/>
              <a:t>, and </a:t>
            </a:r>
            <a:r>
              <a:rPr lang="es-EC" dirty="0" err="1"/>
              <a:t>foreign</a:t>
            </a:r>
            <a:r>
              <a:rPr lang="es-EC" dirty="0"/>
              <a:t> </a:t>
            </a:r>
            <a:r>
              <a:rPr lang="es-EC" dirty="0" err="1"/>
              <a:t>invaders</a:t>
            </a:r>
            <a:r>
              <a:rPr lang="es-EC" dirty="0"/>
              <a:t> (</a:t>
            </a:r>
            <a:r>
              <a:rPr lang="es-EC" dirty="0" err="1"/>
              <a:t>like</a:t>
            </a:r>
            <a:r>
              <a:rPr lang="es-EC" dirty="0"/>
              <a:t> bacteria).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i="1" dirty="0" err="1"/>
              <a:t>Peroxisomes</a:t>
            </a:r>
            <a:r>
              <a:rPr lang="es-EC" dirty="0"/>
              <a:t> </a:t>
            </a:r>
            <a:r>
              <a:rPr lang="es-EC" dirty="0" err="1"/>
              <a:t>handle</a:t>
            </a:r>
            <a:r>
              <a:rPr lang="es-EC" dirty="0"/>
              <a:t> </a:t>
            </a:r>
            <a:r>
              <a:rPr lang="es-EC" dirty="0" err="1"/>
              <a:t>metabolic</a:t>
            </a:r>
            <a:r>
              <a:rPr lang="es-EC" dirty="0"/>
              <a:t> </a:t>
            </a:r>
            <a:r>
              <a:rPr lang="es-EC" dirty="0" err="1"/>
              <a:t>oxidation</a:t>
            </a:r>
            <a:r>
              <a:rPr lang="es-EC" dirty="0"/>
              <a:t> </a:t>
            </a:r>
            <a:r>
              <a:rPr lang="es-EC" dirty="0" err="1"/>
              <a:t>reactions</a:t>
            </a:r>
            <a:r>
              <a:rPr lang="es-EC" dirty="0"/>
              <a:t>, </a:t>
            </a:r>
            <a:r>
              <a:rPr lang="es-EC" dirty="0" err="1"/>
              <a:t>specifically</a:t>
            </a:r>
            <a:r>
              <a:rPr lang="es-EC" dirty="0"/>
              <a:t> </a:t>
            </a:r>
            <a:r>
              <a:rPr lang="es-EC" dirty="0" err="1"/>
              <a:t>neutralizing</a:t>
            </a:r>
            <a:r>
              <a:rPr lang="es-EC" dirty="0"/>
              <a:t> </a:t>
            </a:r>
            <a:r>
              <a:rPr lang="es-EC" dirty="0" err="1"/>
              <a:t>toxic</a:t>
            </a:r>
            <a:r>
              <a:rPr lang="es-EC" dirty="0"/>
              <a:t> </a:t>
            </a:r>
            <a:r>
              <a:rPr lang="es-EC" dirty="0" err="1"/>
              <a:t>byproducts</a:t>
            </a:r>
            <a:r>
              <a:rPr lang="es-EC" dirty="0"/>
              <a:t> </a:t>
            </a:r>
            <a:r>
              <a:rPr lang="es-EC" dirty="0" err="1"/>
              <a:t>like</a:t>
            </a:r>
            <a:r>
              <a:rPr lang="es-EC" dirty="0"/>
              <a:t> </a:t>
            </a:r>
            <a:r>
              <a:rPr lang="es-EC" dirty="0" err="1"/>
              <a:t>hydrogen</a:t>
            </a:r>
            <a:r>
              <a:rPr lang="es-EC" dirty="0"/>
              <a:t> </a:t>
            </a:r>
            <a:r>
              <a:rPr lang="es-EC" dirty="0" err="1"/>
              <a:t>peroxide</a:t>
            </a:r>
            <a:r>
              <a:rPr lang="es-EC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C" b="1" dirty="0" err="1"/>
              <a:t>Cytoskeleton</a:t>
            </a:r>
            <a:r>
              <a:rPr lang="es-EC" b="1" dirty="0"/>
              <a:t> (The </a:t>
            </a:r>
            <a:r>
              <a:rPr lang="es-EC" b="1" dirty="0" err="1"/>
              <a:t>Structural</a:t>
            </a:r>
            <a:r>
              <a:rPr lang="es-EC" b="1" dirty="0"/>
              <a:t> Framework):</a:t>
            </a:r>
            <a:r>
              <a:rPr lang="es-EC" dirty="0"/>
              <a:t> A </a:t>
            </a:r>
            <a:r>
              <a:rPr lang="es-EC" dirty="0" err="1"/>
              <a:t>dynamic</a:t>
            </a:r>
            <a:r>
              <a:rPr lang="es-EC" dirty="0"/>
              <a:t> </a:t>
            </a:r>
            <a:r>
              <a:rPr lang="es-EC" dirty="0" err="1"/>
              <a:t>network</a:t>
            </a:r>
            <a:r>
              <a:rPr lang="es-EC" dirty="0"/>
              <a:t> </a:t>
            </a:r>
            <a:r>
              <a:rPr lang="es-EC" dirty="0" err="1"/>
              <a:t>of</a:t>
            </a:r>
            <a:r>
              <a:rPr lang="es-EC" dirty="0"/>
              <a:t> </a:t>
            </a:r>
            <a:r>
              <a:rPr lang="es-EC" dirty="0" err="1"/>
              <a:t>microfilaments</a:t>
            </a:r>
            <a:r>
              <a:rPr lang="es-EC" dirty="0"/>
              <a:t>, </a:t>
            </a:r>
            <a:r>
              <a:rPr lang="es-EC" dirty="0" err="1"/>
              <a:t>intermediate</a:t>
            </a:r>
            <a:r>
              <a:rPr lang="es-EC" dirty="0"/>
              <a:t> </a:t>
            </a:r>
            <a:r>
              <a:rPr lang="es-EC" dirty="0" err="1"/>
              <a:t>filaments</a:t>
            </a:r>
            <a:r>
              <a:rPr lang="es-EC" dirty="0"/>
              <a:t>, and </a:t>
            </a:r>
            <a:r>
              <a:rPr lang="es-EC" dirty="0" err="1"/>
              <a:t>microtubules</a:t>
            </a:r>
            <a:r>
              <a:rPr lang="es-EC" dirty="0"/>
              <a:t> </a:t>
            </a:r>
            <a:r>
              <a:rPr lang="es-EC" dirty="0" err="1"/>
              <a:t>that</a:t>
            </a:r>
            <a:r>
              <a:rPr lang="es-EC" dirty="0"/>
              <a:t> </a:t>
            </a:r>
            <a:r>
              <a:rPr lang="es-EC" dirty="0" err="1"/>
              <a:t>maintains</a:t>
            </a:r>
            <a:r>
              <a:rPr lang="es-EC" dirty="0"/>
              <a:t> </a:t>
            </a:r>
            <a:r>
              <a:rPr lang="es-EC" dirty="0" err="1"/>
              <a:t>cell</a:t>
            </a:r>
            <a:r>
              <a:rPr lang="es-EC" dirty="0"/>
              <a:t> </a:t>
            </a:r>
            <a:r>
              <a:rPr lang="es-EC" dirty="0" err="1"/>
              <a:t>shape</a:t>
            </a:r>
            <a:r>
              <a:rPr lang="es-EC" dirty="0"/>
              <a:t>, </a:t>
            </a:r>
            <a:r>
              <a:rPr lang="es-EC" dirty="0" err="1"/>
              <a:t>anchors</a:t>
            </a:r>
            <a:r>
              <a:rPr lang="es-EC" dirty="0"/>
              <a:t> </a:t>
            </a:r>
            <a:r>
              <a:rPr lang="es-EC" dirty="0" err="1"/>
              <a:t>organelles</a:t>
            </a:r>
            <a:r>
              <a:rPr lang="es-EC" dirty="0"/>
              <a:t> in place, and </a:t>
            </a:r>
            <a:r>
              <a:rPr lang="es-EC" dirty="0" err="1"/>
              <a:t>facilitates</a:t>
            </a:r>
            <a:r>
              <a:rPr lang="es-EC" dirty="0"/>
              <a:t> </a:t>
            </a:r>
            <a:r>
              <a:rPr lang="es-EC" dirty="0" err="1"/>
              <a:t>intracellular</a:t>
            </a:r>
            <a:r>
              <a:rPr lang="es-EC" dirty="0"/>
              <a:t> </a:t>
            </a:r>
            <a:r>
              <a:rPr lang="es-EC" dirty="0" err="1"/>
              <a:t>transport</a:t>
            </a:r>
            <a:r>
              <a:rPr lang="es-EC" dirty="0"/>
              <a:t>.</a:t>
            </a:r>
          </a:p>
          <a:p>
            <a:endParaRPr lang="es-EC" dirty="0"/>
          </a:p>
        </p:txBody>
      </p:sp>
      <p:grpSp>
        <p:nvGrpSpPr>
          <p:cNvPr id="22" name="Grupo 21">
            <a:extLst>
              <a:ext uri="{FF2B5EF4-FFF2-40B4-BE49-F238E27FC236}">
                <a16:creationId xmlns:a16="http://schemas.microsoft.com/office/drawing/2014/main" id="{E70DA42A-D88B-8F90-4E34-8C699612FD8A}"/>
              </a:ext>
            </a:extLst>
          </p:cNvPr>
          <p:cNvGrpSpPr/>
          <p:nvPr/>
        </p:nvGrpSpPr>
        <p:grpSpPr>
          <a:xfrm>
            <a:off x="6254751" y="5448300"/>
            <a:ext cx="3429000" cy="1206500"/>
            <a:chOff x="6254751" y="5448300"/>
            <a:chExt cx="3429000" cy="1206500"/>
          </a:xfrm>
        </p:grpSpPr>
        <p:pic>
          <p:nvPicPr>
            <p:cNvPr id="23" name="Imagen 22" descr="Screen shot of notification of low battery power ">
              <a:extLst>
                <a:ext uri="{FF2B5EF4-FFF2-40B4-BE49-F238E27FC236}">
                  <a16:creationId xmlns:a16="http://schemas.microsoft.com/office/drawing/2014/main" id="{29E15C50-23EB-0163-CB91-3F583029ED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4667" b="82667" l="5656" r="92288">
                          <a14:foregroundMark x1="5141" y1="12667" x2="5656" y2="57333"/>
                          <a14:foregroundMark x1="5656" y1="57333" x2="16967" y2="66000"/>
                          <a14:foregroundMark x1="11825" y1="16000" x2="92288" y2="27333"/>
                          <a14:foregroundMark x1="92288" y1="27333" x2="88946" y2="72667"/>
                          <a14:backgroundMark x1="95116" y1="7333" x2="95630" y2="8000"/>
                        </a14:backgroundRemoval>
                      </a14:imgEffect>
                    </a14:imgLayer>
                  </a14:imgProps>
                </a:ext>
              </a:extLst>
            </a:blip>
            <a:srcRect l="3287" t="7715" r="4168" b="7841"/>
            <a:stretch>
              <a:fillRect/>
            </a:stretch>
          </p:blipFill>
          <p:spPr>
            <a:xfrm>
              <a:off x="6254751" y="5448300"/>
              <a:ext cx="3429000" cy="12065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C47DF661-CC4A-B8C7-8867-14B566836D92}"/>
                </a:ext>
              </a:extLst>
            </p:cNvPr>
            <p:cNvSpPr txBox="1"/>
            <p:nvPr/>
          </p:nvSpPr>
          <p:spPr>
            <a:xfrm>
              <a:off x="6766560" y="5509260"/>
              <a:ext cx="2051593" cy="261610"/>
            </a:xfrm>
            <a:prstGeom prst="rect">
              <a:avLst/>
            </a:prstGeom>
            <a:solidFill>
              <a:srgbClr val="F9F9FB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>
                  <a:solidFill>
                    <a:srgbClr val="1C57B1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mrdexter (@mr.dexter._)</a:t>
              </a:r>
              <a:endParaRPr lang="es-EC" sz="1100" dirty="0">
                <a:solidFill>
                  <a:srgbClr val="1C57B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CuadroTexto 24">
              <a:extLst>
                <a:ext uri="{FF2B5EF4-FFF2-40B4-BE49-F238E27FC236}">
                  <a16:creationId xmlns:a16="http://schemas.microsoft.com/office/drawing/2014/main" id="{9CB9DD2D-F0F9-436A-0F78-C68C00731F2A}"/>
                </a:ext>
              </a:extLst>
            </p:cNvPr>
            <p:cNvSpPr txBox="1"/>
            <p:nvPr/>
          </p:nvSpPr>
          <p:spPr>
            <a:xfrm>
              <a:off x="6755567" y="5718218"/>
              <a:ext cx="2844165" cy="461665"/>
            </a:xfrm>
            <a:prstGeom prst="rect">
              <a:avLst/>
            </a:prstGeom>
            <a:gradFill>
              <a:gsLst>
                <a:gs pos="0">
                  <a:srgbClr val="FBFAFD"/>
                </a:gs>
                <a:gs pos="71000">
                  <a:srgbClr val="E5E6F0"/>
                </a:gs>
              </a:gsLst>
              <a:lin ang="5400000" scaled="1"/>
            </a:gradFill>
          </p:spPr>
          <p:txBody>
            <a:bodyPr wrap="square" rtlCol="0">
              <a:spAutoFit/>
            </a:bodyPr>
            <a:lstStyle/>
            <a:p>
              <a:r>
                <a:rPr lang="es-EC" sz="900" dirty="0" err="1">
                  <a:latin typeface="Arial" panose="020B0604020202020204" pitchFamily="34" charset="0"/>
                  <a:cs typeface="Arial" panose="020B0604020202020204" pitchFamily="34" charset="0"/>
                </a:rPr>
                <a:t>Oops</a:t>
              </a:r>
              <a:r>
                <a:rPr lang="es-EC" sz="900" dirty="0">
                  <a:latin typeface="Arial" panose="020B0604020202020204" pitchFamily="34" charset="0"/>
                  <a:cs typeface="Arial" panose="020B0604020202020204" pitchFamily="34" charset="0"/>
                </a:rPr>
                <a:t> looks </a:t>
              </a:r>
              <a:r>
                <a:rPr lang="es-EC" sz="900" dirty="0" err="1">
                  <a:latin typeface="Arial" panose="020B0604020202020204" pitchFamily="34" charset="0"/>
                  <a:cs typeface="Arial" panose="020B0604020202020204" pitchFamily="34" charset="0"/>
                </a:rPr>
                <a:t>like</a:t>
              </a:r>
              <a:r>
                <a:rPr lang="es-EC" sz="900" dirty="0">
                  <a:latin typeface="Arial" panose="020B0604020202020204" pitchFamily="34" charset="0"/>
                  <a:cs typeface="Arial" panose="020B0604020202020204" pitchFamily="34" charset="0"/>
                </a:rPr>
                <a:t> I </a:t>
              </a:r>
              <a:r>
                <a:rPr lang="es-EC" sz="900" dirty="0" err="1">
                  <a:latin typeface="Arial" panose="020B0604020202020204" pitchFamily="34" charset="0"/>
                  <a:cs typeface="Arial" panose="020B0604020202020204" pitchFamily="34" charset="0"/>
                </a:rPr>
                <a:t>sent</a:t>
              </a:r>
              <a:r>
                <a:rPr lang="es-EC" sz="9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s-EC" sz="900" dirty="0" err="1">
                  <a:latin typeface="Arial" panose="020B0604020202020204" pitchFamily="34" charset="0"/>
                  <a:cs typeface="Arial" panose="020B0604020202020204" pitchFamily="34" charset="0"/>
                </a:rPr>
                <a:t>you</a:t>
              </a:r>
              <a:r>
                <a:rPr lang="es-EC" sz="9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s-EC" sz="900" dirty="0" err="1">
                  <a:latin typeface="Arial" panose="020B0604020202020204" pitchFamily="34" charset="0"/>
                  <a:cs typeface="Arial" panose="020B0604020202020204" pitchFamily="34" charset="0"/>
                </a:rPr>
                <a:t>the</a:t>
              </a:r>
              <a:r>
                <a:rPr lang="es-EC" sz="9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s-EC" sz="900" dirty="0" err="1">
                  <a:latin typeface="Arial" panose="020B0604020202020204" pitchFamily="34" charset="0"/>
                  <a:cs typeface="Arial" panose="020B0604020202020204" pitchFamily="34" charset="0"/>
                </a:rPr>
                <a:t>wrong</a:t>
              </a:r>
              <a:r>
                <a:rPr lang="es-EC" sz="900" dirty="0">
                  <a:latin typeface="Arial" panose="020B0604020202020204" pitchFamily="34" charset="0"/>
                  <a:cs typeface="Arial" panose="020B0604020202020204" pitchFamily="34" charset="0"/>
                </a:rPr>
                <a:t> file lol😭</a:t>
              </a:r>
            </a:p>
            <a:p>
              <a:r>
                <a:rPr lang="es-EC" sz="900" dirty="0" err="1">
                  <a:latin typeface="Arial" panose="020B0604020202020204" pitchFamily="34" charset="0"/>
                  <a:cs typeface="Arial" panose="020B0604020202020204" pitchFamily="34" charset="0"/>
                </a:rPr>
                <a:t>Here’s</a:t>
              </a:r>
              <a:r>
                <a:rPr lang="es-EC" sz="9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s-EC" sz="900" dirty="0" err="1">
                  <a:latin typeface="Arial" panose="020B0604020202020204" pitchFamily="34" charset="0"/>
                  <a:cs typeface="Arial" panose="020B0604020202020204" pitchFamily="34" charset="0"/>
                </a:rPr>
                <a:t>the</a:t>
              </a:r>
              <a:r>
                <a:rPr lang="es-EC" sz="9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s-EC" sz="900" dirty="0" err="1">
                  <a:latin typeface="Arial" panose="020B0604020202020204" pitchFamily="34" charset="0"/>
                  <a:cs typeface="Arial" panose="020B0604020202020204" pitchFamily="34" charset="0"/>
                </a:rPr>
                <a:t>right</a:t>
              </a:r>
              <a:r>
                <a:rPr lang="es-EC" sz="900" dirty="0">
                  <a:latin typeface="Arial" panose="020B0604020202020204" pitchFamily="34" charset="0"/>
                  <a:cs typeface="Arial" panose="020B0604020202020204" pitchFamily="34" charset="0"/>
                </a:rPr>
                <a:t> one, </a:t>
              </a:r>
              <a:r>
                <a:rPr lang="es-EC" sz="900" dirty="0" err="1">
                  <a:latin typeface="Arial" panose="020B0604020202020204" pitchFamily="34" charset="0"/>
                  <a:cs typeface="Arial" panose="020B0604020202020204" pitchFamily="34" charset="0"/>
                </a:rPr>
                <a:t>not</a:t>
              </a:r>
              <a:r>
                <a:rPr lang="es-EC" sz="9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s-EC" sz="900" dirty="0" err="1">
                  <a:latin typeface="Arial" panose="020B0604020202020204" pitchFamily="34" charset="0"/>
                  <a:cs typeface="Arial" panose="020B0604020202020204" pitchFamily="34" charset="0"/>
                </a:rPr>
                <a:t>made</a:t>
              </a:r>
              <a:r>
                <a:rPr lang="es-EC" sz="9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s-EC" sz="900" dirty="0" err="1">
                  <a:latin typeface="Arial" panose="020B0604020202020204" pitchFamily="34" charset="0"/>
                  <a:cs typeface="Arial" panose="020B0604020202020204" pitchFamily="34" charset="0"/>
                </a:rPr>
                <a:t>by</a:t>
              </a:r>
              <a:r>
                <a:rPr lang="es-EC" sz="900" dirty="0">
                  <a:latin typeface="Arial" panose="020B0604020202020204" pitchFamily="34" charset="0"/>
                  <a:cs typeface="Arial" panose="020B0604020202020204" pitchFamily="34" charset="0"/>
                </a:rPr>
                <a:t> Claude </a:t>
              </a:r>
              <a:r>
                <a:rPr lang="es-EC" sz="900" dirty="0" err="1">
                  <a:latin typeface="Arial" panose="020B0604020202020204" pitchFamily="34" charset="0"/>
                  <a:cs typeface="Arial" panose="020B0604020202020204" pitchFamily="34" charset="0"/>
                </a:rPr>
                <a:t>loool</a:t>
              </a:r>
              <a:endParaRPr lang="es-EC" sz="9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s-EC" sz="600" b="1" u="sng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File </a:t>
              </a:r>
              <a:r>
                <a:rPr lang="es-EC" sz="600" b="1" u="sng" dirty="0" err="1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attached</a:t>
              </a:r>
              <a:r>
                <a:rPr lang="es-EC" sz="600" b="1" u="sng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(602.57 </a:t>
              </a:r>
              <a:r>
                <a:rPr lang="es-EC" sz="600" b="1" u="sng" dirty="0" err="1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mb</a:t>
              </a:r>
              <a:r>
                <a:rPr lang="es-EC" sz="600" b="1" u="sng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  <p:pic>
          <p:nvPicPr>
            <p:cNvPr id="26" name="Imagen 25">
              <a:extLst>
                <a:ext uri="{FF2B5EF4-FFF2-40B4-BE49-F238E27FC236}">
                  <a16:creationId xmlns:a16="http://schemas.microsoft.com/office/drawing/2014/main" id="{5655C6D6-5B06-69D2-2D51-C0A0A4A9201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27777" y="5520138"/>
              <a:ext cx="438782" cy="438782"/>
            </a:xfrm>
            <a:prstGeom prst="rect">
              <a:avLst/>
            </a:prstGeom>
          </p:spPr>
        </p:pic>
      </p:grpSp>
      <p:grpSp>
        <p:nvGrpSpPr>
          <p:cNvPr id="27" name="Grupo 26">
            <a:extLst>
              <a:ext uri="{FF2B5EF4-FFF2-40B4-BE49-F238E27FC236}">
                <a16:creationId xmlns:a16="http://schemas.microsoft.com/office/drawing/2014/main" id="{3C232EC9-1807-79C4-C96A-54BE8F7A88F6}"/>
              </a:ext>
            </a:extLst>
          </p:cNvPr>
          <p:cNvGrpSpPr/>
          <p:nvPr/>
        </p:nvGrpSpPr>
        <p:grpSpPr>
          <a:xfrm>
            <a:off x="7024914" y="2486181"/>
            <a:ext cx="4630453" cy="1439056"/>
            <a:chOff x="3949908" y="3139241"/>
            <a:chExt cx="3477718" cy="1439056"/>
          </a:xfrm>
        </p:grpSpPr>
        <p:sp>
          <p:nvSpPr>
            <p:cNvPr id="28" name="Rectángulo: esquinas redondeadas 27">
              <a:hlinkClick r:id="rId6" action="ppaction://hlinksldjump"/>
              <a:extLst>
                <a:ext uri="{FF2B5EF4-FFF2-40B4-BE49-F238E27FC236}">
                  <a16:creationId xmlns:a16="http://schemas.microsoft.com/office/drawing/2014/main" id="{E1CC4966-B7E9-E0B8-4064-69FC3ED6DE30}"/>
                </a:ext>
              </a:extLst>
            </p:cNvPr>
            <p:cNvSpPr/>
            <p:nvPr/>
          </p:nvSpPr>
          <p:spPr>
            <a:xfrm>
              <a:off x="3949908" y="3139241"/>
              <a:ext cx="3477718" cy="1439056"/>
            </a:xfrm>
            <a:prstGeom prst="roundRect">
              <a:avLst>
                <a:gd name="adj" fmla="val 3125"/>
              </a:avLst>
            </a:prstGeom>
            <a:solidFill>
              <a:srgbClr val="3986D8"/>
            </a:solidFill>
            <a:ln>
              <a:solidFill>
                <a:srgbClr val="3986D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5400" b="1" dirty="0">
                  <a:latin typeface="Roboto" panose="02000000000000000000" pitchFamily="2" charset="0"/>
                  <a:ea typeface="Roboto" panose="02000000000000000000" pitchFamily="2" charset="0"/>
                </a:rPr>
                <a:t> THE END</a:t>
              </a:r>
              <a:endParaRPr lang="es-EC" sz="5400" b="1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pic>
          <p:nvPicPr>
            <p:cNvPr id="29" name="Imagen 28" descr="&lt;svg xmlns=&quot;http://www.w3.org/2000/svg&quot; height=&quot;24px&quot; viewBox=&quot;0 -960 960 960&quot; width=&quot;24px&quot; fill=&quot;#FFFFFF&quot;&gt;&lt;path d=&quot;M647-440H160v-80h487L423-744l57-56 320 320-320 320-57-56 224-224Z&quot;/&gt;&lt;/svg&gt;">
              <a:hlinkClick r:id="rId6" action="ppaction://hlinksldjump"/>
              <a:extLst>
                <a:ext uri="{FF2B5EF4-FFF2-40B4-BE49-F238E27FC236}">
                  <a16:creationId xmlns:a16="http://schemas.microsoft.com/office/drawing/2014/main" id="{100A184F-549E-3299-A931-BD49A4306F1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653357" y="3401569"/>
              <a:ext cx="609377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69393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2" presetClass="exit" presetSubtype="1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" presetClass="exit" presetSubtype="1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" presetClass="exit" presetSubtype="1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" presetClass="exit" presetSubtype="1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2500"/>
                            </p:stCondLst>
                            <p:childTnLst>
                              <p:par>
                                <p:cTn id="38" presetID="2" presetClass="entr" presetSubtype="4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7500"/>
                            </p:stCondLst>
                            <p:childTnLst>
                              <p:par>
                                <p:cTn id="47" presetID="2" presetClass="exit" presetSubtype="4" fill="hold" grpId="1" nodeType="afterEffect">
                                  <p:stCondLst>
                                    <p:cond delay="2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2" presetClass="exit" presetSubtype="4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0000"/>
                            </p:stCondLst>
                            <p:childTnLst>
                              <p:par>
                                <p:cTn id="59" presetID="10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4500"/>
                            </p:stCondLst>
                            <p:childTnLst>
                              <p:par>
                                <p:cTn id="63" presetID="10" presetClass="entr" presetSubtype="0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9" grpId="1" animBg="1"/>
      <p:bldP spid="20" grpId="0" animBg="1"/>
      <p:bldP spid="20" grpId="1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ow tooltips text">
            <a:extLst>
              <a:ext uri="{FF2B5EF4-FFF2-40B4-BE49-F238E27FC236}">
                <a16:creationId xmlns:a16="http://schemas.microsoft.com/office/drawing/2014/main" id="{4BBAEE29-B687-D1DE-5DF0-3EEB5EDA1B7B}"/>
              </a:ext>
            </a:extLst>
          </p:cNvPr>
          <p:cNvSpPr txBox="1"/>
          <p:nvPr/>
        </p:nvSpPr>
        <p:spPr>
          <a:xfrm>
            <a:off x="9839275" y="6305630"/>
            <a:ext cx="16198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rgbClr val="8080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Show </a:t>
            </a:r>
            <a:r>
              <a:rPr lang="es-ES" sz="1200" b="1" dirty="0" err="1">
                <a:solidFill>
                  <a:srgbClr val="8080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tooltips</a:t>
            </a:r>
            <a:endParaRPr lang="es-EC" sz="1200" b="1" dirty="0">
              <a:solidFill>
                <a:srgbClr val="80808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CD382C88-5771-FB3E-BA34-BFFBBABD23E4}"/>
              </a:ext>
            </a:extLst>
          </p:cNvPr>
          <p:cNvSpPr txBox="1">
            <a:spLocks/>
          </p:cNvSpPr>
          <p:nvPr/>
        </p:nvSpPr>
        <p:spPr>
          <a:xfrm>
            <a:off x="1037606" y="4986415"/>
            <a:ext cx="1619869" cy="990593"/>
          </a:xfrm>
          <a:prstGeom prst="roundRect">
            <a:avLst>
              <a:gd name="adj" fmla="val 8013"/>
            </a:avLst>
          </a:prstGeom>
          <a:ln w="12700"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sz="120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>
              <a:spcBef>
                <a:spcPts val="700"/>
              </a:spcBef>
            </a:pPr>
            <a:r>
              <a:rPr lang="es-ES" sz="1100">
                <a:latin typeface="Roboto" panose="02000000000000000000" pitchFamily="2" charset="0"/>
                <a:ea typeface="Roboto" panose="02000000000000000000" pitchFamily="2" charset="0"/>
              </a:rPr>
              <a:t>Made for Wrong Tool 2026 by Hack Club</a:t>
            </a:r>
          </a:p>
          <a:p>
            <a:pPr>
              <a:spcBef>
                <a:spcPts val="700"/>
              </a:spcBef>
            </a:pPr>
            <a:r>
              <a:rPr lang="es-ES" sz="1100">
                <a:latin typeface="Roboto" panose="02000000000000000000" pitchFamily="2" charset="0"/>
                <a:ea typeface="Roboto" panose="02000000000000000000" pitchFamily="2" charset="0"/>
              </a:rPr>
              <a:t>Author: @mrdexterssj on github</a:t>
            </a:r>
          </a:p>
          <a:p>
            <a:pPr>
              <a:spcBef>
                <a:spcPts val="700"/>
              </a:spcBef>
            </a:pPr>
            <a:r>
              <a:rPr lang="es-ES" sz="1100">
                <a:latin typeface="Roboto" panose="02000000000000000000" pitchFamily="2" charset="0"/>
                <a:ea typeface="Roboto" panose="02000000000000000000" pitchFamily="2" charset="0"/>
              </a:rPr>
              <a:t>#YSWS</a:t>
            </a:r>
            <a:endParaRPr lang="es-EC" sz="11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" name="Blue ribbon">
            <a:extLst>
              <a:ext uri="{FF2B5EF4-FFF2-40B4-BE49-F238E27FC236}">
                <a16:creationId xmlns:a16="http://schemas.microsoft.com/office/drawing/2014/main" id="{18B5948C-3344-8873-233D-0FCD364BE85A}"/>
              </a:ext>
            </a:extLst>
          </p:cNvPr>
          <p:cNvSpPr/>
          <p:nvPr/>
        </p:nvSpPr>
        <p:spPr>
          <a:xfrm>
            <a:off x="0" y="0"/>
            <a:ext cx="12192000" cy="2428407"/>
          </a:xfrm>
          <a:prstGeom prst="rect">
            <a:avLst/>
          </a:prstGeom>
          <a:solidFill>
            <a:srgbClr val="3986D8"/>
          </a:solidFill>
          <a:ln>
            <a:solidFill>
              <a:srgbClr val="398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8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THE END</a:t>
            </a:r>
            <a:endParaRPr lang="es-EC" sz="8800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7" name="Info" descr="&lt;svg xmlns=&quot;http://www.w3.org/2000/svg&quot; height=&quot;24px&quot; viewBox=&quot;0 -960 960 960&quot; width=&quot;24px&quot; fill=&quot;#808080&quot;&gt;&lt;path d=&quot;M440-280h80v-240h-80v240Zm68.5-331.5Q520-623 520-640t-11.5-28.5Q497-680 480-680t-28.5 11.5Q440-657 440-640t11.5 28.5Q463-600 480-600t28.5-11.5ZM480-80q-83 0-156-31.5T197-197q-54-54-85.5-127T80-480q0-83 31.5-156T197-763q54-54 127-85.5T480-880q83 0 156 31.5T763-763q54 54 85.5 127T880-480q0 83-31.5 156T763-197q-54 54-127 85.5T480-80Zm0-80q134 0 227-93t93-227q0-134-93-227t-227-93q-134 0-227 93t-93 227q0 134 93 227t227 93Zm0-320Z&quot;/&gt;&lt;/svg&gt;">
            <a:extLst>
              <a:ext uri="{FF2B5EF4-FFF2-40B4-BE49-F238E27FC236}">
                <a16:creationId xmlns:a16="http://schemas.microsoft.com/office/drawing/2014/main" id="{1CEA296F-6B16-D55C-B542-C44BEEB89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397" y="6119769"/>
            <a:ext cx="576531" cy="576531"/>
          </a:xfrm>
          <a:prstGeom prst="rect">
            <a:avLst/>
          </a:prstGeom>
        </p:spPr>
      </p:pic>
      <p:pic>
        <p:nvPicPr>
          <p:cNvPr id="9" name="Close Tip" descr="&lt;svg xmlns=&quot;http://www.w3.org/2000/svg&quot; height=&quot;24px&quot; viewBox=&quot;0 -960 960 960&quot; width=&quot;24px&quot; fill=&quot;#808080&quot;&gt;&lt;path d=&quot;m336-280-56-56 144-144-144-143 56-56 144 144 143-144 56 56-144 143 144 144-56 56-143-144-144 144Z&quot;/&gt;&lt;/svg&gt;">
            <a:extLst>
              <a:ext uri="{FF2B5EF4-FFF2-40B4-BE49-F238E27FC236}">
                <a16:creationId xmlns:a16="http://schemas.microsoft.com/office/drawing/2014/main" id="{4CE30735-3458-ED29-0980-8BAE220AEF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1797" y="5005465"/>
            <a:ext cx="174676" cy="190500"/>
          </a:xfrm>
          <a:prstGeom prst="rect">
            <a:avLst/>
          </a:prstGeom>
        </p:spPr>
      </p:pic>
      <p:cxnSp>
        <p:nvCxnSpPr>
          <p:cNvPr id="10" name="Tip geometry1">
            <a:extLst>
              <a:ext uri="{FF2B5EF4-FFF2-40B4-BE49-F238E27FC236}">
                <a16:creationId xmlns:a16="http://schemas.microsoft.com/office/drawing/2014/main" id="{C124347E-5974-7FC3-0E9F-AC2CFE32DBBD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1680257" y="5975858"/>
            <a:ext cx="155406" cy="143911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Tip geometry2">
            <a:extLst>
              <a:ext uri="{FF2B5EF4-FFF2-40B4-BE49-F238E27FC236}">
                <a16:creationId xmlns:a16="http://schemas.microsoft.com/office/drawing/2014/main" id="{3852319C-0953-C27A-94B3-0172AF6CC111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835663" y="5977520"/>
            <a:ext cx="171469" cy="142249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2" name="Tip geometry3">
                <a:extLst>
                  <a:ext uri="{FF2B5EF4-FFF2-40B4-BE49-F238E27FC236}">
                    <a16:creationId xmlns:a16="http://schemas.microsoft.com/office/drawing/2014/main" id="{41DA023F-12B4-7E75-1A87-0057D84BAB65}"/>
                  </a:ext>
                </a:extLst>
              </p14:cNvPr>
              <p14:cNvContentPartPr/>
              <p14:nvPr/>
            </p14:nvContentPartPr>
            <p14:xfrm>
              <a:off x="1835663" y="6117109"/>
              <a:ext cx="360" cy="360"/>
            </p14:xfrm>
          </p:contentPart>
        </mc:Choice>
        <mc:Fallback>
          <p:pic>
            <p:nvPicPr>
              <p:cNvPr id="12" name="Tip geometry3">
                <a:extLst>
                  <a:ext uri="{FF2B5EF4-FFF2-40B4-BE49-F238E27FC236}">
                    <a16:creationId xmlns:a16="http://schemas.microsoft.com/office/drawing/2014/main" id="{41DA023F-12B4-7E75-1A87-0057D84BAB6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29543" y="6110989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16" name="Github">
            <a:hlinkClick r:id="rId6"/>
            <a:extLst>
              <a:ext uri="{FF2B5EF4-FFF2-40B4-BE49-F238E27FC236}">
                <a16:creationId xmlns:a16="http://schemas.microsoft.com/office/drawing/2014/main" id="{1B9D97BE-FE97-4611-B0D4-88B12779DF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73250" y="6163863"/>
            <a:ext cx="542513" cy="542513"/>
          </a:xfrm>
          <a:prstGeom prst="rect">
            <a:avLst/>
          </a:prstGeom>
        </p:spPr>
      </p:pic>
      <p:sp>
        <p:nvSpPr>
          <p:cNvPr id="18" name="Tooltip play music">
            <a:extLst>
              <a:ext uri="{FF2B5EF4-FFF2-40B4-BE49-F238E27FC236}">
                <a16:creationId xmlns:a16="http://schemas.microsoft.com/office/drawing/2014/main" id="{67C73005-5D11-C991-BEE7-5E53448F693B}"/>
              </a:ext>
            </a:extLst>
          </p:cNvPr>
          <p:cNvSpPr/>
          <p:nvPr/>
        </p:nvSpPr>
        <p:spPr>
          <a:xfrm>
            <a:off x="996478" y="5900122"/>
            <a:ext cx="508471" cy="147173"/>
          </a:xfrm>
          <a:prstGeom prst="roundRect">
            <a:avLst>
              <a:gd name="adj" fmla="val 1566"/>
            </a:avLst>
          </a:prstGeom>
          <a:solidFill>
            <a:srgbClr val="6F7277"/>
          </a:solidFill>
          <a:ln>
            <a:solidFill>
              <a:srgbClr val="6F72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500" b="1" dirty="0">
                <a:latin typeface="Roboto" panose="02000000000000000000" pitchFamily="2" charset="0"/>
                <a:ea typeface="Roboto" panose="02000000000000000000" pitchFamily="2" charset="0"/>
              </a:rPr>
              <a:t>Play </a:t>
            </a:r>
            <a:r>
              <a:rPr lang="es-ES" sz="500" b="1" dirty="0" err="1">
                <a:latin typeface="Roboto" panose="02000000000000000000" pitchFamily="2" charset="0"/>
                <a:ea typeface="Roboto" panose="02000000000000000000" pitchFamily="2" charset="0"/>
              </a:rPr>
              <a:t>some</a:t>
            </a:r>
            <a:r>
              <a:rPr lang="es-ES" sz="500" b="1" dirty="0">
                <a:latin typeface="Roboto" panose="02000000000000000000" pitchFamily="2" charset="0"/>
                <a:ea typeface="Roboto" panose="02000000000000000000" pitchFamily="2" charset="0"/>
              </a:rPr>
              <a:t> music</a:t>
            </a:r>
            <a:endParaRPr lang="es-EC" sz="5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9" name="Tooltip info">
            <a:extLst>
              <a:ext uri="{FF2B5EF4-FFF2-40B4-BE49-F238E27FC236}">
                <a16:creationId xmlns:a16="http://schemas.microsoft.com/office/drawing/2014/main" id="{FAABAD06-4B07-F325-749C-C862112894E1}"/>
              </a:ext>
            </a:extLst>
          </p:cNvPr>
          <p:cNvSpPr/>
          <p:nvPr/>
        </p:nvSpPr>
        <p:spPr>
          <a:xfrm>
            <a:off x="1572736" y="5902981"/>
            <a:ext cx="524425" cy="147173"/>
          </a:xfrm>
          <a:prstGeom prst="roundRect">
            <a:avLst>
              <a:gd name="adj" fmla="val 1566"/>
            </a:avLst>
          </a:prstGeom>
          <a:solidFill>
            <a:srgbClr val="6F7277"/>
          </a:solidFill>
          <a:ln>
            <a:solidFill>
              <a:srgbClr val="6F72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500" b="1" dirty="0" err="1">
                <a:latin typeface="Roboto" panose="02000000000000000000" pitchFamily="2" charset="0"/>
                <a:ea typeface="Roboto" panose="02000000000000000000" pitchFamily="2" charset="0"/>
              </a:rPr>
              <a:t>Information</a:t>
            </a:r>
            <a:endParaRPr lang="es-EC" sz="5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20" name="Unchecked checkbox" descr="&lt;svg xmlns=&quot;http://www.w3.org/2000/svg&quot; height=&quot;24px&quot; viewBox=&quot;0 -960 960 960&quot; width=&quot;24px&quot; fill=&quot;#808080&quot;&gt;&lt;path d=&quot;M200-120q-33 0-56.5-23.5T120-200v-560q0-33 23.5-56.5T200-840h560q33 0 56.5 23.5T840-760v560q0 33-23.5 56.5T760-120H200Zm0-80h560v-560H200v560Z&quot;/&gt;&lt;/svg&gt;">
            <a:extLst>
              <a:ext uri="{FF2B5EF4-FFF2-40B4-BE49-F238E27FC236}">
                <a16:creationId xmlns:a16="http://schemas.microsoft.com/office/drawing/2014/main" id="{286B769C-8B3C-FD94-8A1D-5D9E4AA520F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05714" y="6297259"/>
            <a:ext cx="304800" cy="304800"/>
          </a:xfrm>
          <a:prstGeom prst="rect">
            <a:avLst/>
          </a:prstGeom>
        </p:spPr>
      </p:pic>
      <p:pic>
        <p:nvPicPr>
          <p:cNvPr id="21" name="Checked checkbox" descr="&lt;svg xmlns=&quot;http://www.w3.org/2000/svg&quot; height=&quot;24px&quot; viewBox=&quot;0 -960 960 960&quot; width=&quot;24px&quot; fill=&quot;#808080&quot;&gt;&lt;path d=&quot;m424-312 282-282-56-56-226 226-114-114-56 56 170 170ZM200-120q-33 0-56.5-23.5T120-200v-560q0-33 23.5-56.5T200-840h560q33 0 56.5 23.5T840-760v560q0 33-23.5 56.5T760-120H200Zm0-80h560v-560H200v560Zm0-560v560-560Z&quot;/&gt;&lt;/svg&gt;">
            <a:extLst>
              <a:ext uri="{FF2B5EF4-FFF2-40B4-BE49-F238E27FC236}">
                <a16:creationId xmlns:a16="http://schemas.microsoft.com/office/drawing/2014/main" id="{87770509-B1D8-E2B4-6E98-A953954A354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04514" y="6296059"/>
            <a:ext cx="306000" cy="306000"/>
          </a:xfrm>
          <a:prstGeom prst="rect">
            <a:avLst/>
          </a:prstGeom>
        </p:spPr>
      </p:pic>
      <p:pic>
        <p:nvPicPr>
          <p:cNvPr id="22" name="Music off" descr="&lt;svg xmlns=&quot;http://www.w3.org/2000/svg&quot; height=&quot;24px&quot; viewBox=&quot;0 -960 960 960&quot; width=&quot;24px&quot; fill=&quot;#808080&quot;&gt;&lt;path d=&quot;M360-120H200q-33 0-56.5-23.5T120-200v-280q0-75 28.5-140.5t77-114q48.5-48.5 114-77T480-840q75 0 140.5 28.5t114 77q48.5 48.5 77 114T840-480v280q0 33-23.5 56.5T760-120H600v-320h160v-40q0-117-81.5-198.5T480-760q-117 0-198.5 81.5T200-480v40h160v320Zm-80-240h-80v160h80v-160Zm400 0v160h80v-160h-80Zm-400 0h-80 80Zm400 0h80-80Z&quot;/&gt;&lt;/svg&gt;">
            <a:hlinkClick r:id="" action="ppaction://noaction">
              <a:snd r:embed="rId10" name="title_screen.wav"/>
            </a:hlinkClick>
            <a:extLst>
              <a:ext uri="{FF2B5EF4-FFF2-40B4-BE49-F238E27FC236}">
                <a16:creationId xmlns:a16="http://schemas.microsoft.com/office/drawing/2014/main" id="{65598896-A139-AF1F-1CFC-60D9C3DE977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8266" y="6117831"/>
            <a:ext cx="572119" cy="572119"/>
          </a:xfrm>
          <a:prstGeom prst="rect">
            <a:avLst/>
          </a:prstGeom>
        </p:spPr>
      </p:pic>
      <p:pic>
        <p:nvPicPr>
          <p:cNvPr id="23" name="Music on" descr="&lt;svg xmlns=&quot;http://www.w3.org/2000/svg&quot; height=&quot;24px&quot; viewBox=&quot;0 -960 960 960&quot; width=&quot;24px&quot; fill=&quot;#000000&quot;&gt;&lt;path d=&quot;M360-120H200q-33 0-56.5-23.5T120-200v-280q0-75 28.5-140.5t77-114q48.5-48.5 114-77T480-840q75 0 140.5 28.5t114 77q48.5 48.5 77 114T840-480v280q0 33-23.5 56.5T760-120H600v-320h160v-40q0-117-81.5-198.5T480-760q-117 0-198.5 81.5T200-480v40h160v320Zm-80-240h-80v160h80v-160Zm400 0v160h80v-160h-80Zm-400 0h-80 80Zm400 0h80-80Z&quot;/&gt;&lt;/svg&gt;">
            <a:hlinkClick r:id="" action="ppaction://noaction" endSnd="1"/>
            <a:extLst>
              <a:ext uri="{FF2B5EF4-FFF2-40B4-BE49-F238E27FC236}">
                <a16:creationId xmlns:a16="http://schemas.microsoft.com/office/drawing/2014/main" id="{E6F8F7FA-60EA-715C-8710-1E71A50FC32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5884" y="6115096"/>
            <a:ext cx="572119" cy="572119"/>
          </a:xfrm>
          <a:prstGeom prst="rect">
            <a:avLst/>
          </a:prstGeom>
        </p:spPr>
      </p:pic>
      <p:grpSp>
        <p:nvGrpSpPr>
          <p:cNvPr id="24" name="Grupo 23">
            <a:extLst>
              <a:ext uri="{FF2B5EF4-FFF2-40B4-BE49-F238E27FC236}">
                <a16:creationId xmlns:a16="http://schemas.microsoft.com/office/drawing/2014/main" id="{BAC32740-653D-3CF8-6AF1-536A3285129E}"/>
              </a:ext>
            </a:extLst>
          </p:cNvPr>
          <p:cNvGrpSpPr/>
          <p:nvPr/>
        </p:nvGrpSpPr>
        <p:grpSpPr>
          <a:xfrm>
            <a:off x="3979448" y="3467238"/>
            <a:ext cx="4233103" cy="1439056"/>
            <a:chOff x="4034597" y="4857003"/>
            <a:chExt cx="4037559" cy="1439056"/>
          </a:xfrm>
        </p:grpSpPr>
        <p:sp>
          <p:nvSpPr>
            <p:cNvPr id="25" name="Play button text and rectangle">
              <a:extLst>
                <a:ext uri="{FF2B5EF4-FFF2-40B4-BE49-F238E27FC236}">
                  <a16:creationId xmlns:a16="http://schemas.microsoft.com/office/drawing/2014/main" id="{23AEF6E8-2296-1522-780A-7E679FA43B7D}"/>
                </a:ext>
              </a:extLst>
            </p:cNvPr>
            <p:cNvSpPr/>
            <p:nvPr/>
          </p:nvSpPr>
          <p:spPr>
            <a:xfrm>
              <a:off x="4034597" y="4857003"/>
              <a:ext cx="4037559" cy="1439056"/>
            </a:xfrm>
            <a:prstGeom prst="roundRect">
              <a:avLst>
                <a:gd name="adj" fmla="val 3125"/>
              </a:avLst>
            </a:prstGeom>
            <a:solidFill>
              <a:srgbClr val="E8F0FE"/>
            </a:solidFill>
            <a:ln>
              <a:solidFill>
                <a:srgbClr val="E8F0F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2"/>
              <a:r>
                <a:rPr lang="es-ES" sz="2400" b="1" dirty="0" err="1">
                  <a:solidFill>
                    <a:srgbClr val="303F9F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To</a:t>
              </a:r>
              <a:r>
                <a:rPr lang="es-ES" sz="2400" b="1" dirty="0">
                  <a:solidFill>
                    <a:srgbClr val="303F9F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s-ES" sz="2400" b="1" dirty="0" err="1">
                  <a:solidFill>
                    <a:srgbClr val="303F9F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play</a:t>
              </a:r>
              <a:r>
                <a:rPr lang="es-ES" sz="2400" b="1" dirty="0">
                  <a:solidFill>
                    <a:srgbClr val="303F9F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s-ES" sz="2400" b="1" dirty="0" err="1">
                  <a:solidFill>
                    <a:srgbClr val="303F9F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again</a:t>
              </a:r>
              <a:r>
                <a:rPr lang="es-ES" sz="2400" b="1" dirty="0">
                  <a:solidFill>
                    <a:srgbClr val="303F9F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, </a:t>
              </a:r>
              <a:r>
                <a:rPr lang="es-ES" sz="2400" b="1" dirty="0" err="1">
                  <a:solidFill>
                    <a:srgbClr val="303F9F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restart</a:t>
              </a:r>
              <a:r>
                <a:rPr lang="es-ES" sz="2400" b="1" dirty="0">
                  <a:solidFill>
                    <a:srgbClr val="303F9F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s-ES" sz="2400" b="1" dirty="0" err="1">
                  <a:solidFill>
                    <a:srgbClr val="303F9F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the</a:t>
              </a:r>
              <a:r>
                <a:rPr lang="es-ES" sz="2400" b="1" dirty="0">
                  <a:solidFill>
                    <a:srgbClr val="303F9F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s-ES" sz="2400" b="1" dirty="0" err="1">
                  <a:solidFill>
                    <a:srgbClr val="303F9F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slideshow</a:t>
              </a:r>
              <a:r>
                <a:rPr lang="es-ES" sz="2400" b="1" dirty="0">
                  <a:solidFill>
                    <a:srgbClr val="303F9F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! </a:t>
              </a:r>
              <a:endParaRPr lang="es-EC" sz="2400" b="1" dirty="0">
                <a:solidFill>
                  <a:srgbClr val="303F9F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pic>
          <p:nvPicPr>
            <p:cNvPr id="26" name="Imagen 25" descr="&lt;svg xmlns=&quot;http://www.w3.org/2000/svg&quot; height=&quot;24px&quot; viewBox=&quot;0 -960 960 960&quot; width=&quot;24px&quot; fill=&quot;#303F9F&quot;&gt;&lt;path d=&quot;M440-280h80v-240h-80v240Zm68.5-331.5Q520-623 520-640t-11.5-28.5Q497-680 480-680t-28.5 11.5Q440-657 440-640t11.5 28.5Q463-600 480-600t28.5-11.5ZM480-80q-83 0-156-31.5T197-197q-54-54-85.5-127T80-480q0-83 31.5-156T197-763q54-54 127-85.5T480-880q83 0 156 31.5T763-763q54 54 85.5 127T880-480q0 83-31.5 156T763-197q-54 54-127 85.5T480-80Zm0-80q134 0 227-93t93-227q0-134-93-227t-227-93q-134 0-227 93t-93 227q0 134 93 227t227 93Zm0-320Z&quot;/&gt;&lt;/svg&gt;">
              <a:extLst>
                <a:ext uri="{FF2B5EF4-FFF2-40B4-BE49-F238E27FC236}">
                  <a16:creationId xmlns:a16="http://schemas.microsoft.com/office/drawing/2014/main" id="{2FB1784B-F054-AA80-5785-8EAD247F29B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240899" y="5236230"/>
              <a:ext cx="549392" cy="576000"/>
            </a:xfrm>
            <a:prstGeom prst="rect">
              <a:avLst/>
            </a:prstGeom>
          </p:spPr>
        </p:pic>
      </p:grpSp>
      <p:pic>
        <p:nvPicPr>
          <p:cNvPr id="27" name="Imagen 26">
            <a:extLst>
              <a:ext uri="{FF2B5EF4-FFF2-40B4-BE49-F238E27FC236}">
                <a16:creationId xmlns:a16="http://schemas.microsoft.com/office/drawing/2014/main" id="{BB1C303F-D4AB-0F25-A961-54EBD590BBE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687006" y="2436778"/>
            <a:ext cx="28575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85224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5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9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87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103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" fill="hold">
                      <p:stCondLst>
                        <p:cond delay="0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</p:childTnLst>
        </p:cTn>
      </p:par>
    </p:tnLst>
    <p:bldLst>
      <p:bldP spid="5" grpId="0" uiExpand="1" build="p" animBg="1"/>
      <p:bldP spid="5" grpId="1" build="p" animBg="1"/>
      <p:bldP spid="18" grpId="0" animBg="1"/>
      <p:bldP spid="18" grpId="1" animBg="1"/>
      <p:bldP spid="18" grpId="2" animBg="1"/>
      <p:bldP spid="19" grpId="0" animBg="1"/>
      <p:bldP spid="19" grpId="1" animBg="1"/>
      <p:bldP spid="19" grpId="2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36A95-9A70-9FBA-C021-FA0B1A8E3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ow tooltips text">
            <a:extLst>
              <a:ext uri="{FF2B5EF4-FFF2-40B4-BE49-F238E27FC236}">
                <a16:creationId xmlns:a16="http://schemas.microsoft.com/office/drawing/2014/main" id="{BBAE4DCC-ACDF-3350-DD8C-22D656F9332C}"/>
              </a:ext>
            </a:extLst>
          </p:cNvPr>
          <p:cNvSpPr txBox="1"/>
          <p:nvPr/>
        </p:nvSpPr>
        <p:spPr>
          <a:xfrm>
            <a:off x="1115000" y="6290640"/>
            <a:ext cx="1026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 err="1">
                <a:solidFill>
                  <a:srgbClr val="8080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To</a:t>
            </a:r>
            <a:r>
              <a:rPr lang="es-ES" b="1" dirty="0">
                <a:solidFill>
                  <a:srgbClr val="8080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ES" b="1" dirty="0" err="1">
                <a:solidFill>
                  <a:srgbClr val="8080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play</a:t>
            </a:r>
            <a:r>
              <a:rPr lang="es-ES" b="1" dirty="0">
                <a:solidFill>
                  <a:srgbClr val="8080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ES" b="1" dirty="0" err="1">
                <a:solidFill>
                  <a:srgbClr val="8080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again</a:t>
            </a:r>
            <a:r>
              <a:rPr lang="es-ES" b="1" dirty="0">
                <a:solidFill>
                  <a:srgbClr val="8080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s-ES" b="1" dirty="0" err="1">
                <a:solidFill>
                  <a:srgbClr val="8080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restart</a:t>
            </a:r>
            <a:r>
              <a:rPr lang="es-ES" b="1" dirty="0">
                <a:solidFill>
                  <a:srgbClr val="8080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ES" b="1" dirty="0" err="1">
                <a:solidFill>
                  <a:srgbClr val="8080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the</a:t>
            </a:r>
            <a:r>
              <a:rPr lang="es-ES" b="1" dirty="0">
                <a:solidFill>
                  <a:srgbClr val="8080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ES" b="1" dirty="0" err="1">
                <a:solidFill>
                  <a:srgbClr val="8080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slideshow</a:t>
            </a:r>
            <a:r>
              <a:rPr lang="es-ES" b="1" dirty="0">
                <a:solidFill>
                  <a:srgbClr val="8080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!</a:t>
            </a:r>
            <a:endParaRPr lang="es-EC" b="1" dirty="0">
              <a:solidFill>
                <a:srgbClr val="80808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" name="Blue ribbon">
            <a:extLst>
              <a:ext uri="{FF2B5EF4-FFF2-40B4-BE49-F238E27FC236}">
                <a16:creationId xmlns:a16="http://schemas.microsoft.com/office/drawing/2014/main" id="{46EA6C37-F143-F53E-D507-B0AF6C00381D}"/>
              </a:ext>
            </a:extLst>
          </p:cNvPr>
          <p:cNvSpPr/>
          <p:nvPr/>
        </p:nvSpPr>
        <p:spPr>
          <a:xfrm>
            <a:off x="0" y="0"/>
            <a:ext cx="12192000" cy="2428407"/>
          </a:xfrm>
          <a:prstGeom prst="rect">
            <a:avLst/>
          </a:prstGeom>
          <a:solidFill>
            <a:srgbClr val="3986D8"/>
          </a:solidFill>
          <a:ln>
            <a:solidFill>
              <a:srgbClr val="398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2659A7A-3277-362E-B7E9-BFA23D8AC9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940" y="-376718"/>
            <a:ext cx="11997128" cy="2387600"/>
          </a:xfrm>
        </p:spPr>
        <p:txBody>
          <a:bodyPr>
            <a:noAutofit/>
          </a:bodyPr>
          <a:lstStyle/>
          <a:p>
            <a:r>
              <a:rPr lang="es-ES" sz="8800" b="1" dirty="0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YOU LOST!</a:t>
            </a:r>
            <a:endParaRPr lang="es-EC" sz="8800" b="1" dirty="0">
              <a:solidFill>
                <a:schemeClr val="bg1"/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F1CCBD51-F77C-26E6-62EC-E30001D5E9A4}"/>
              </a:ext>
            </a:extLst>
          </p:cNvPr>
          <p:cNvGrpSpPr/>
          <p:nvPr/>
        </p:nvGrpSpPr>
        <p:grpSpPr>
          <a:xfrm>
            <a:off x="3181162" y="2805125"/>
            <a:ext cx="6049923" cy="2072534"/>
            <a:chOff x="3979448" y="3225180"/>
            <a:chExt cx="6049923" cy="2072534"/>
          </a:xfrm>
          <a:solidFill>
            <a:srgbClr val="F76E63"/>
          </a:solidFill>
        </p:grpSpPr>
        <p:sp>
          <p:nvSpPr>
            <p:cNvPr id="31" name="Play button text and rectangle">
              <a:extLst>
                <a:ext uri="{FF2B5EF4-FFF2-40B4-BE49-F238E27FC236}">
                  <a16:creationId xmlns:a16="http://schemas.microsoft.com/office/drawing/2014/main" id="{77291C0A-FD42-1BFD-01A3-90D9CFE3AAE3}"/>
                </a:ext>
              </a:extLst>
            </p:cNvPr>
            <p:cNvSpPr/>
            <p:nvPr/>
          </p:nvSpPr>
          <p:spPr>
            <a:xfrm>
              <a:off x="3979448" y="3225180"/>
              <a:ext cx="6049923" cy="2072534"/>
            </a:xfrm>
            <a:prstGeom prst="roundRect">
              <a:avLst>
                <a:gd name="adj" fmla="val 3125"/>
              </a:avLst>
            </a:prstGeom>
            <a:grpFill/>
            <a:ln>
              <a:solidFill>
                <a:srgbClr val="E8F0F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2"/>
              <a:r>
                <a:rPr lang="es-ES" sz="2400" b="1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We</a:t>
              </a:r>
              <a:r>
                <a:rPr lang="es-ES" sz="2400" b="1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s-ES" sz="2400" b="1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couldn’t</a:t>
              </a:r>
              <a:r>
                <a:rPr lang="es-ES" sz="2400" b="1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s-ES" sz="2400" b="1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verify</a:t>
              </a:r>
              <a:r>
                <a:rPr lang="es-ES" sz="2400" b="1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s-ES" sz="2400" b="1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you’re</a:t>
              </a:r>
              <a:r>
                <a:rPr lang="es-ES" sz="2400" b="1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a real human. You </a:t>
              </a:r>
              <a:r>
                <a:rPr lang="es-ES" sz="2400" b="1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can’t</a:t>
              </a:r>
              <a:r>
                <a:rPr lang="es-ES" sz="2400" b="1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s-ES" sz="2400" b="1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access</a:t>
              </a:r>
              <a:r>
                <a:rPr lang="es-ES" sz="2400" b="1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s-ES" sz="2400" b="1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this</a:t>
              </a:r>
              <a:r>
                <a:rPr lang="es-ES" sz="2400" b="1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s-ES" sz="2400" b="1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slideshow</a:t>
              </a:r>
              <a:endParaRPr lang="es-EC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pic>
          <p:nvPicPr>
            <p:cNvPr id="41" name="Imagen 40" descr="&lt;svg xmlns=&quot;http://www.w3.org/2000/svg&quot; height=&quot;24px&quot; viewBox=&quot;0 -960 960 960&quot; width=&quot;24px&quot; fill=&quot;#303F9F&quot;&gt;&lt;path d=&quot;M440-280h80v-240h-80v240Zm68.5-331.5Q520-623 520-640t-11.5-28.5Q497-680 480-680t-28.5 11.5Q440-657 440-640t11.5 28.5Q463-600 480-600t28.5-11.5ZM480-80q-83 0-156-31.5T197-197q-54-54-85.5-127T80-480q0-83 31.5-156T197-763q54-54 127-85.5T480-880q83 0 156 31.5T763-763q54 54 85.5 127T880-480q0 83-31.5 156T763-197q-54 54-127 85.5T480-80Zm0-80q134 0 227-93t93-227q0-134-93-227t-227-93q-134 0-227 93t-93 227q0 134 93 227t227 93Zm0-320Z&quot;/&gt;&lt;/svg&gt;">
              <a:extLst>
                <a:ext uri="{FF2B5EF4-FFF2-40B4-BE49-F238E27FC236}">
                  <a16:creationId xmlns:a16="http://schemas.microsoft.com/office/drawing/2014/main" id="{E3A2CA56-F36C-B35E-5210-2C6E32CCFB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rgbClr val="D9C3A5">
                  <a:tint val="50000"/>
                  <a:satMod val="180000"/>
                </a:srgbClr>
              </a:duotone>
            </a:blip>
            <a:stretch>
              <a:fillRect/>
            </a:stretch>
          </p:blipFill>
          <p:spPr>
            <a:xfrm>
              <a:off x="4268313" y="4039836"/>
              <a:ext cx="576000" cy="576000"/>
            </a:xfrm>
            <a:prstGeom prst="rect">
              <a:avLst/>
            </a:prstGeom>
            <a:grpFill/>
          </p:spPr>
        </p:pic>
      </p:grpSp>
      <p:grpSp>
        <p:nvGrpSpPr>
          <p:cNvPr id="22" name="Grupo 21">
            <a:extLst>
              <a:ext uri="{FF2B5EF4-FFF2-40B4-BE49-F238E27FC236}">
                <a16:creationId xmlns:a16="http://schemas.microsoft.com/office/drawing/2014/main" id="{99CC5ABF-BD0D-FDE4-5BB3-75BDC8D10F3B}"/>
              </a:ext>
            </a:extLst>
          </p:cNvPr>
          <p:cNvGrpSpPr/>
          <p:nvPr/>
        </p:nvGrpSpPr>
        <p:grpSpPr>
          <a:xfrm>
            <a:off x="4574277" y="5188510"/>
            <a:ext cx="3263692" cy="857271"/>
            <a:chOff x="4734716" y="5260876"/>
            <a:chExt cx="3263692" cy="857271"/>
          </a:xfrm>
        </p:grpSpPr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04DC8FF9-D0B0-CB7D-B59B-AAA361C94E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6328" t="55226" r="16893" b="13643"/>
            <a:stretch>
              <a:fillRect/>
            </a:stretch>
          </p:blipFill>
          <p:spPr>
            <a:xfrm>
              <a:off x="4734716" y="5260876"/>
              <a:ext cx="3263692" cy="857271"/>
            </a:xfrm>
            <a:prstGeom prst="rect">
              <a:avLst/>
            </a:prstGeom>
          </p:spPr>
        </p:pic>
        <p:pic>
          <p:nvPicPr>
            <p:cNvPr id="21" name="Imagen 20" descr="&lt;svg xmlns=&quot;http://www.w3.org/2000/svg&quot; height=&quot;24px&quot; viewBox=&quot;0 -960 960 960&quot; width=&quot;24px&quot; fill=&quot;#FF0000&quot;&gt;&lt;path d=&quot;m256-200-56-56 224-224-224-224 56-56 224 224 224-224 56 56-224 224 224 224-56 56-224-224-224 224Z&quot;/&gt;&lt;/svg&gt;">
              <a:extLst>
                <a:ext uri="{FF2B5EF4-FFF2-40B4-BE49-F238E27FC236}">
                  <a16:creationId xmlns:a16="http://schemas.microsoft.com/office/drawing/2014/main" id="{5D1227F8-2139-DCF5-F426-65A945EB505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937916" y="5570844"/>
              <a:ext cx="243684" cy="24368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1292282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 advClick="0">
        <p15:prstTrans prst="curtains"/>
      </p:transition>
    </mc:Choice>
    <mc:Fallback>
      <p:transition spd="slow" advClick="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47859-859B-9C3D-EB2E-D3EDD47CE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B1EB20EC-E89E-665F-F1BF-B819F52F34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37606" y="4986415"/>
            <a:ext cx="1619869" cy="990593"/>
          </a:xfrm>
          <a:prstGeom prst="roundRect">
            <a:avLst>
              <a:gd name="adj" fmla="val 8013"/>
            </a:avLst>
          </a:prstGeom>
          <a:ln w="12700">
            <a:solidFill>
              <a:schemeClr val="bg2">
                <a:lumMod val="75000"/>
              </a:schemeClr>
            </a:solidFill>
          </a:ln>
        </p:spPr>
        <p:txBody>
          <a:bodyPr>
            <a:normAutofit fontScale="77500" lnSpcReduction="20000"/>
          </a:bodyPr>
          <a:lstStyle/>
          <a:p>
            <a:pPr algn="l"/>
            <a:endParaRPr lang="es-ES" sz="12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l">
              <a:spcBef>
                <a:spcPts val="700"/>
              </a:spcBef>
            </a:pPr>
            <a:r>
              <a:rPr lang="es-ES" sz="1100" dirty="0">
                <a:latin typeface="Roboto" panose="02000000000000000000" pitchFamily="2" charset="0"/>
                <a:ea typeface="Roboto" panose="02000000000000000000" pitchFamily="2" charset="0"/>
              </a:rPr>
              <a:t>Made </a:t>
            </a:r>
            <a:r>
              <a:rPr lang="es-ES" sz="1100" dirty="0" err="1">
                <a:latin typeface="Roboto" panose="02000000000000000000" pitchFamily="2" charset="0"/>
                <a:ea typeface="Roboto" panose="02000000000000000000" pitchFamily="2" charset="0"/>
              </a:rPr>
              <a:t>for</a:t>
            </a:r>
            <a:r>
              <a:rPr lang="es-ES" sz="1100" dirty="0">
                <a:latin typeface="Roboto" panose="02000000000000000000" pitchFamily="2" charset="0"/>
                <a:ea typeface="Roboto" panose="02000000000000000000" pitchFamily="2" charset="0"/>
              </a:rPr>
              <a:t> Wrong Tool 2026 </a:t>
            </a:r>
            <a:r>
              <a:rPr lang="es-ES" sz="1100" dirty="0" err="1">
                <a:latin typeface="Roboto" panose="02000000000000000000" pitchFamily="2" charset="0"/>
                <a:ea typeface="Roboto" panose="02000000000000000000" pitchFamily="2" charset="0"/>
              </a:rPr>
              <a:t>by</a:t>
            </a:r>
            <a:r>
              <a:rPr lang="es-ES" sz="1100" dirty="0">
                <a:latin typeface="Roboto" panose="02000000000000000000" pitchFamily="2" charset="0"/>
                <a:ea typeface="Roboto" panose="02000000000000000000" pitchFamily="2" charset="0"/>
              </a:rPr>
              <a:t> Hack Club</a:t>
            </a:r>
          </a:p>
          <a:p>
            <a:pPr algn="l">
              <a:spcBef>
                <a:spcPts val="700"/>
              </a:spcBef>
            </a:pPr>
            <a:r>
              <a:rPr lang="es-ES" sz="1100" dirty="0">
                <a:latin typeface="Roboto" panose="02000000000000000000" pitchFamily="2" charset="0"/>
                <a:ea typeface="Roboto" panose="02000000000000000000" pitchFamily="2" charset="0"/>
              </a:rPr>
              <a:t>Author: @mrdexterssj </a:t>
            </a:r>
            <a:r>
              <a:rPr lang="es-ES" sz="1100" dirty="0" err="1">
                <a:latin typeface="Roboto" panose="02000000000000000000" pitchFamily="2" charset="0"/>
                <a:ea typeface="Roboto" panose="02000000000000000000" pitchFamily="2" charset="0"/>
              </a:rPr>
              <a:t>on</a:t>
            </a:r>
            <a:r>
              <a:rPr lang="es-ES" sz="11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ES" sz="1100" dirty="0" err="1">
                <a:latin typeface="Roboto" panose="02000000000000000000" pitchFamily="2" charset="0"/>
                <a:ea typeface="Roboto" panose="02000000000000000000" pitchFamily="2" charset="0"/>
              </a:rPr>
              <a:t>github</a:t>
            </a:r>
            <a:endParaRPr lang="es-ES" sz="11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l">
              <a:spcBef>
                <a:spcPts val="700"/>
              </a:spcBef>
            </a:pPr>
            <a:r>
              <a:rPr lang="es-ES" sz="1100" dirty="0">
                <a:latin typeface="Roboto" panose="02000000000000000000" pitchFamily="2" charset="0"/>
                <a:ea typeface="Roboto" panose="02000000000000000000" pitchFamily="2" charset="0"/>
              </a:rPr>
              <a:t>#YSWS</a:t>
            </a:r>
            <a:endParaRPr lang="es-EC" sz="11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75EBE95-081D-8FA2-1321-197E0149CE54}"/>
              </a:ext>
            </a:extLst>
          </p:cNvPr>
          <p:cNvSpPr/>
          <p:nvPr/>
        </p:nvSpPr>
        <p:spPr>
          <a:xfrm>
            <a:off x="0" y="0"/>
            <a:ext cx="12192000" cy="2428407"/>
          </a:xfrm>
          <a:prstGeom prst="rect">
            <a:avLst/>
          </a:prstGeom>
          <a:solidFill>
            <a:srgbClr val="3986D8"/>
          </a:solidFill>
          <a:ln>
            <a:solidFill>
              <a:srgbClr val="398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DC7BB2E-293D-EB45-D012-0A347F4847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940" y="-376718"/>
            <a:ext cx="11997128" cy="2387600"/>
          </a:xfrm>
        </p:spPr>
        <p:txBody>
          <a:bodyPr>
            <a:noAutofit/>
          </a:bodyPr>
          <a:lstStyle/>
          <a:p>
            <a:r>
              <a:rPr lang="es-ES" sz="8800" b="1" dirty="0" err="1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Assets</a:t>
            </a:r>
            <a:endParaRPr lang="es-EC" sz="8800" b="1" dirty="0">
              <a:solidFill>
                <a:schemeClr val="bg1"/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pic>
        <p:nvPicPr>
          <p:cNvPr id="6" name="Imagen 5" descr="&lt;svg xmlns=&quot;http://www.w3.org/2000/svg&quot; height=&quot;24px&quot; viewBox=&quot;0 -960 960 960&quot; width=&quot;24px&quot; fill=&quot;#1f1f1f&quot;&gt;&lt;path d=&quot;M360-120H200q-33 0-56.5-23.5T120-200v-280q0-75 28.5-140.5t77-114q48.5-48.5 114-77T480-840q75 0 140.5 28.5t114 77q48.5 48.5 77 114T840-480v280q0 33-23.5 56.5T760-120H600v-320h160v-40q0-117-81.5-198.5T480-760q-117 0-198.5 81.5T200-480v40h160v320Zm-80-240h-80v160h80v-160Zm400 0v160h80v-160h-80Zm-400 0h-80 80Zm400 0h80-80Z&quot;/&gt;&lt;/svg&gt;">
            <a:extLst>
              <a:ext uri="{FF2B5EF4-FFF2-40B4-BE49-F238E27FC236}">
                <a16:creationId xmlns:a16="http://schemas.microsoft.com/office/drawing/2014/main" id="{E892788A-67B7-371E-D8E0-D7D847A8E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881" y="6124181"/>
            <a:ext cx="572119" cy="572119"/>
          </a:xfrm>
          <a:prstGeom prst="rect">
            <a:avLst/>
          </a:prstGeom>
        </p:spPr>
      </p:pic>
      <p:pic>
        <p:nvPicPr>
          <p:cNvPr id="8" name="Info S1" descr="&lt;svg xmlns=&quot;http://www.w3.org/2000/svg&quot; height=&quot;24px&quot; viewBox=&quot;0 -960 960 960&quot; width=&quot;24px&quot; fill=&quot;#808080&quot;&gt;&lt;path d=&quot;M440-280h80v-240h-80v240Zm68.5-331.5Q520-623 520-640t-11.5-28.5Q497-680 480-680t-28.5 11.5Q440-657 440-640t11.5 28.5Q463-600 480-600t28.5-11.5ZM480-80q-83 0-156-31.5T197-197q-54-54-85.5-127T80-480q0-83 31.5-156T197-763q54-54 127-85.5T480-880q83 0 156 31.5T763-763q54 54 85.5 127T880-480q0 83-31.5 156T763-197q-54 54-127 85.5T480-80Zm0-80q134 0 227-93t93-227q0-134-93-227t-227-93q-134 0-227 93t-93 227q0 134 93 227t227 93Zm0-320Z&quot;/&gt;&lt;/svg&gt;">
            <a:extLst>
              <a:ext uri="{FF2B5EF4-FFF2-40B4-BE49-F238E27FC236}">
                <a16:creationId xmlns:a16="http://schemas.microsoft.com/office/drawing/2014/main" id="{C7EB2269-982C-8620-71B1-E815BFC87A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6119410"/>
            <a:ext cx="624041" cy="624041"/>
          </a:xfrm>
          <a:prstGeom prst="rect">
            <a:avLst/>
          </a:prstGeom>
        </p:spPr>
      </p:pic>
      <p:pic>
        <p:nvPicPr>
          <p:cNvPr id="9" name="Imagen 8" descr="&lt;svg xmlns=&quot;http://www.w3.org/2000/svg&quot; height=&quot;24px&quot; viewBox=&quot;0 -960 960 960&quot; width=&quot;24px&quot; fill=&quot;#808080&quot;&gt;&lt;path d=&quot;M480-160q-134 0-227-93t-93-227q0-134 93-227t227-93q69 0 132 28.5T720-690v-110h80v280H520v-80h168q-32-56-87.5-88T480-720q-100 0-170 70t-70 170q0 100 70 170t170 70q77 0 139-44t87-116h84q-28 106-114 173t-196 67Z&quot;/&gt;&lt;/svg&gt;">
            <a:hlinkClick r:id="rId4" action="ppaction://hlinksldjump"/>
            <a:extLst>
              <a:ext uri="{FF2B5EF4-FFF2-40B4-BE49-F238E27FC236}">
                <a16:creationId xmlns:a16="http://schemas.microsoft.com/office/drawing/2014/main" id="{639D2591-8E4B-A02C-BB47-1C470A2BC8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262" y="6093772"/>
            <a:ext cx="624042" cy="624042"/>
          </a:xfrm>
          <a:prstGeom prst="rect">
            <a:avLst/>
          </a:prstGeom>
        </p:spPr>
      </p:pic>
      <p:pic>
        <p:nvPicPr>
          <p:cNvPr id="7" name="Close Tip S1" descr="&lt;svg xmlns=&quot;http://www.w3.org/2000/svg&quot; height=&quot;24px&quot; viewBox=&quot;0 -960 960 960&quot; width=&quot;24px&quot; fill=&quot;#808080&quot;&gt;&lt;path d=&quot;m336-280-56-56 144-144-144-143 56-56 144 144 143-144 56 56-144 143 144 144-56 56-143-144-144 144Z&quot;/&gt;&lt;/svg&gt;">
            <a:extLst>
              <a:ext uri="{FF2B5EF4-FFF2-40B4-BE49-F238E27FC236}">
                <a16:creationId xmlns:a16="http://schemas.microsoft.com/office/drawing/2014/main" id="{DEACF54A-EAE3-0812-7396-1DB685300A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51797" y="5005465"/>
            <a:ext cx="174676" cy="190500"/>
          </a:xfrm>
          <a:prstGeom prst="rect">
            <a:avLst/>
          </a:prstGeom>
        </p:spPr>
      </p:pic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76766D81-2E10-6689-7DCF-F9E88E9ABE1F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1688306" y="5977008"/>
            <a:ext cx="147715" cy="142402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AFDD9F94-4992-A7CB-953A-D54A3CDB98DC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1836021" y="5977161"/>
            <a:ext cx="147714" cy="142249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9" name="Entrada de lápiz 18">
                <a:extLst>
                  <a:ext uri="{FF2B5EF4-FFF2-40B4-BE49-F238E27FC236}">
                    <a16:creationId xmlns:a16="http://schemas.microsoft.com/office/drawing/2014/main" id="{66354451-D6E9-0A3D-214F-241486CA0A1A}"/>
                  </a:ext>
                </a:extLst>
              </p14:cNvPr>
              <p14:cNvContentPartPr/>
              <p14:nvPr/>
            </p14:nvContentPartPr>
            <p14:xfrm>
              <a:off x="1835663" y="6117109"/>
              <a:ext cx="360" cy="360"/>
            </p14:xfrm>
          </p:contentPart>
        </mc:Choice>
        <mc:Fallback xmlns="">
          <p:pic>
            <p:nvPicPr>
              <p:cNvPr id="19" name="Entrada de lápiz 18">
                <a:extLst>
                  <a:ext uri="{FF2B5EF4-FFF2-40B4-BE49-F238E27FC236}">
                    <a16:creationId xmlns:a16="http://schemas.microsoft.com/office/drawing/2014/main" id="{66354451-D6E9-0A3D-214F-241486CA0A1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829543" y="6110989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upo 14">
            <a:extLst>
              <a:ext uri="{FF2B5EF4-FFF2-40B4-BE49-F238E27FC236}">
                <a16:creationId xmlns:a16="http://schemas.microsoft.com/office/drawing/2014/main" id="{2557EDC5-3253-1588-B0A1-D5AA86779535}"/>
              </a:ext>
            </a:extLst>
          </p:cNvPr>
          <p:cNvGrpSpPr/>
          <p:nvPr/>
        </p:nvGrpSpPr>
        <p:grpSpPr>
          <a:xfrm>
            <a:off x="4357141" y="3228141"/>
            <a:ext cx="3477718" cy="1439056"/>
            <a:chOff x="3949908" y="3139241"/>
            <a:chExt cx="3477718" cy="1439056"/>
          </a:xfrm>
        </p:grpSpPr>
        <p:sp>
          <p:nvSpPr>
            <p:cNvPr id="12" name="Rectángulo: esquinas redondeadas 11">
              <a:extLst>
                <a:ext uri="{FF2B5EF4-FFF2-40B4-BE49-F238E27FC236}">
                  <a16:creationId xmlns:a16="http://schemas.microsoft.com/office/drawing/2014/main" id="{546ADA2D-14D4-8EB5-1589-61D22C84DB79}"/>
                </a:ext>
              </a:extLst>
            </p:cNvPr>
            <p:cNvSpPr/>
            <p:nvPr/>
          </p:nvSpPr>
          <p:spPr>
            <a:xfrm>
              <a:off x="3949908" y="3139241"/>
              <a:ext cx="3477718" cy="1439056"/>
            </a:xfrm>
            <a:prstGeom prst="roundRect">
              <a:avLst>
                <a:gd name="adj" fmla="val 3125"/>
              </a:avLst>
            </a:prstGeom>
            <a:solidFill>
              <a:srgbClr val="3986D8"/>
            </a:solidFill>
            <a:ln>
              <a:solidFill>
                <a:srgbClr val="3986D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5400" b="1" dirty="0">
                  <a:latin typeface="Roboto" panose="02000000000000000000" pitchFamily="2" charset="0"/>
                  <a:ea typeface="Roboto" panose="02000000000000000000" pitchFamily="2" charset="0"/>
                </a:rPr>
                <a:t> PLAY</a:t>
              </a:r>
              <a:endParaRPr lang="es-EC" sz="5400" b="1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pic>
          <p:nvPicPr>
            <p:cNvPr id="13" name="Imagen 12" descr="&lt;svg xmlns=&quot;http://www.w3.org/2000/svg&quot; height=&quot;24px&quot; viewBox=&quot;0 -960 960 960&quot; width=&quot;24px&quot; fill=&quot;#FFFFFF&quot;&gt;&lt;path d=&quot;M647-440H160v-80h487L423-744l57-56 320 320-320 320-57-56 224-224Z&quot;/&gt;&lt;/svg&gt;">
              <a:extLst>
                <a:ext uri="{FF2B5EF4-FFF2-40B4-BE49-F238E27FC236}">
                  <a16:creationId xmlns:a16="http://schemas.microsoft.com/office/drawing/2014/main" id="{FB694BCA-4BF2-CEE1-1085-013EE317A61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348334" y="3401569"/>
              <a:ext cx="914400" cy="914400"/>
            </a:xfrm>
            <a:prstGeom prst="rect">
              <a:avLst/>
            </a:prstGeom>
          </p:spPr>
        </p:pic>
      </p:grpSp>
      <p:pic>
        <p:nvPicPr>
          <p:cNvPr id="18" name="Imagen 17">
            <a:hlinkClick r:id="rId10"/>
            <a:extLst>
              <a:ext uri="{FF2B5EF4-FFF2-40B4-BE49-F238E27FC236}">
                <a16:creationId xmlns:a16="http://schemas.microsoft.com/office/drawing/2014/main" id="{7EDB666D-6D59-3BD6-064E-E44FFB1FEFB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73250" y="6163863"/>
            <a:ext cx="542513" cy="542513"/>
          </a:xfrm>
          <a:prstGeom prst="rect">
            <a:avLst/>
          </a:prstGeom>
        </p:spPr>
      </p:pic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BFD1B205-34FC-DEAE-CA12-5BB4206261B5}"/>
              </a:ext>
            </a:extLst>
          </p:cNvPr>
          <p:cNvSpPr/>
          <p:nvPr/>
        </p:nvSpPr>
        <p:spPr>
          <a:xfrm>
            <a:off x="501650" y="5897633"/>
            <a:ext cx="342260" cy="147173"/>
          </a:xfrm>
          <a:prstGeom prst="roundRect">
            <a:avLst>
              <a:gd name="adj" fmla="val 1566"/>
            </a:avLst>
          </a:prstGeom>
          <a:solidFill>
            <a:srgbClr val="6F7277"/>
          </a:solidFill>
          <a:ln>
            <a:solidFill>
              <a:srgbClr val="6F72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EC" sz="7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8183F8F0-2215-7C61-AE06-26FD63C93C93}"/>
              </a:ext>
            </a:extLst>
          </p:cNvPr>
          <p:cNvSpPr/>
          <p:nvPr/>
        </p:nvSpPr>
        <p:spPr>
          <a:xfrm>
            <a:off x="1676410" y="3091681"/>
            <a:ext cx="902484" cy="147173"/>
          </a:xfrm>
          <a:prstGeom prst="roundRect">
            <a:avLst>
              <a:gd name="adj" fmla="val 1566"/>
            </a:avLst>
          </a:prstGeom>
          <a:solidFill>
            <a:srgbClr val="6F7277"/>
          </a:solidFill>
          <a:ln>
            <a:solidFill>
              <a:srgbClr val="6F72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700" b="1" dirty="0" err="1">
                <a:latin typeface="Roboto" panose="02000000000000000000" pitchFamily="2" charset="0"/>
                <a:ea typeface="Roboto" panose="02000000000000000000" pitchFamily="2" charset="0"/>
              </a:rPr>
              <a:t>Tooltip</a:t>
            </a:r>
            <a:endParaRPr lang="es-EC" sz="7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4855BC59-9B48-6B31-8E41-8CF53130414D}"/>
              </a:ext>
            </a:extLst>
          </p:cNvPr>
          <p:cNvGrpSpPr/>
          <p:nvPr/>
        </p:nvGrpSpPr>
        <p:grpSpPr>
          <a:xfrm>
            <a:off x="6254751" y="5448300"/>
            <a:ext cx="3429000" cy="1206500"/>
            <a:chOff x="6254751" y="5448300"/>
            <a:chExt cx="3429000" cy="1206500"/>
          </a:xfrm>
        </p:grpSpPr>
        <p:pic>
          <p:nvPicPr>
            <p:cNvPr id="24" name="Imagen 23" descr="Screen shot of notification of low battery power ">
              <a:extLst>
                <a:ext uri="{FF2B5EF4-FFF2-40B4-BE49-F238E27FC236}">
                  <a16:creationId xmlns:a16="http://schemas.microsoft.com/office/drawing/2014/main" id="{995812B0-C22D-0AE3-0D4E-8C995B4881D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backgroundRemoval t="14667" b="82667" l="5656" r="92288">
                          <a14:foregroundMark x1="5141" y1="12667" x2="5656" y2="57333"/>
                          <a14:foregroundMark x1="5656" y1="57333" x2="16967" y2="66000"/>
                          <a14:foregroundMark x1="11825" y1="16000" x2="92288" y2="27333"/>
                          <a14:foregroundMark x1="92288" y1="27333" x2="88946" y2="72667"/>
                          <a14:backgroundMark x1="95116" y1="7333" x2="95630" y2="8000"/>
                        </a14:backgroundRemoval>
                      </a14:imgEffect>
                    </a14:imgLayer>
                  </a14:imgProps>
                </a:ext>
              </a:extLst>
            </a:blip>
            <a:srcRect l="3287" t="7715" r="4168" b="7841"/>
            <a:stretch>
              <a:fillRect/>
            </a:stretch>
          </p:blipFill>
          <p:spPr>
            <a:xfrm>
              <a:off x="6254751" y="5448300"/>
              <a:ext cx="3429000" cy="12065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5" name="CuadroTexto 24">
              <a:extLst>
                <a:ext uri="{FF2B5EF4-FFF2-40B4-BE49-F238E27FC236}">
                  <a16:creationId xmlns:a16="http://schemas.microsoft.com/office/drawing/2014/main" id="{B34057B0-EBEC-567A-5411-5C8A53564B93}"/>
                </a:ext>
              </a:extLst>
            </p:cNvPr>
            <p:cNvSpPr txBox="1"/>
            <p:nvPr/>
          </p:nvSpPr>
          <p:spPr>
            <a:xfrm>
              <a:off x="6766560" y="5509260"/>
              <a:ext cx="2051593" cy="261610"/>
            </a:xfrm>
            <a:prstGeom prst="rect">
              <a:avLst/>
            </a:prstGeom>
            <a:solidFill>
              <a:srgbClr val="F9F9FB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>
                  <a:solidFill>
                    <a:srgbClr val="1C57B1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mrdexter (@mr.dexter._)</a:t>
              </a:r>
              <a:endParaRPr lang="es-EC" sz="1100" dirty="0">
                <a:solidFill>
                  <a:srgbClr val="1C57B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D1C85222-19FB-07E7-89F6-E77BB42F1F92}"/>
                </a:ext>
              </a:extLst>
            </p:cNvPr>
            <p:cNvSpPr txBox="1"/>
            <p:nvPr/>
          </p:nvSpPr>
          <p:spPr>
            <a:xfrm>
              <a:off x="6755567" y="5718218"/>
              <a:ext cx="2844165" cy="615553"/>
            </a:xfrm>
            <a:prstGeom prst="rect">
              <a:avLst/>
            </a:prstGeom>
            <a:gradFill>
              <a:gsLst>
                <a:gs pos="0">
                  <a:srgbClr val="FBFAFD"/>
                </a:gs>
                <a:gs pos="71000">
                  <a:srgbClr val="E5E6F0"/>
                </a:gs>
              </a:gsLst>
              <a:lin ang="5400000" scaled="1"/>
            </a:gradFill>
          </p:spPr>
          <p:txBody>
            <a:bodyPr wrap="square" rtlCol="0">
              <a:spAutoFit/>
            </a:bodyPr>
            <a:lstStyle/>
            <a:p>
              <a:r>
                <a:rPr lang="es-EC" sz="900" dirty="0">
                  <a:latin typeface="Arial" panose="020B0604020202020204" pitchFamily="34" charset="0"/>
                  <a:cs typeface="Arial" panose="020B0604020202020204" pitchFamily="34" charset="0"/>
                </a:rPr>
                <a:t>Hey </a:t>
              </a:r>
              <a:r>
                <a:rPr lang="es-EC" sz="900" dirty="0" err="1">
                  <a:latin typeface="Arial" panose="020B0604020202020204" pitchFamily="34" charset="0"/>
                  <a:cs typeface="Arial" panose="020B0604020202020204" pitchFamily="34" charset="0"/>
                </a:rPr>
                <a:t>man</a:t>
              </a:r>
              <a:r>
                <a:rPr lang="es-EC" sz="9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s-EC" sz="900" dirty="0" err="1">
                  <a:latin typeface="Arial" panose="020B0604020202020204" pitchFamily="34" charset="0"/>
                  <a:cs typeface="Arial" panose="020B0604020202020204" pitchFamily="34" charset="0"/>
                </a:rPr>
                <a:t>here's</a:t>
              </a:r>
              <a:r>
                <a:rPr lang="es-EC" sz="9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s-EC" sz="900" dirty="0" err="1">
                  <a:latin typeface="Arial" panose="020B0604020202020204" pitchFamily="34" charset="0"/>
                  <a:cs typeface="Arial" panose="020B0604020202020204" pitchFamily="34" charset="0"/>
                </a:rPr>
                <a:t>the</a:t>
              </a:r>
              <a:r>
                <a:rPr lang="es-EC" sz="9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s-EC" sz="900" dirty="0" err="1">
                  <a:latin typeface="Arial" panose="020B0604020202020204" pitchFamily="34" charset="0"/>
                  <a:cs typeface="Arial" panose="020B0604020202020204" pitchFamily="34" charset="0"/>
                </a:rPr>
                <a:t>presentation</a:t>
              </a:r>
              <a:r>
                <a:rPr lang="es-EC" sz="9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s-EC" sz="900" dirty="0" err="1">
                  <a:latin typeface="Arial" panose="020B0604020202020204" pitchFamily="34" charset="0"/>
                  <a:cs typeface="Arial" panose="020B0604020202020204" pitchFamily="34" charset="0"/>
                </a:rPr>
                <a:t>for</a:t>
              </a:r>
              <a:r>
                <a:rPr lang="es-EC" sz="9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s-EC" sz="900" dirty="0" err="1">
                  <a:latin typeface="Arial" panose="020B0604020202020204" pitchFamily="34" charset="0"/>
                  <a:cs typeface="Arial" panose="020B0604020202020204" pitchFamily="34" charset="0"/>
                </a:rPr>
                <a:t>tomorrow</a:t>
              </a:r>
              <a:r>
                <a:rPr lang="es-EC" sz="900" dirty="0">
                  <a:latin typeface="Arial" panose="020B0604020202020204" pitchFamily="34" charset="0"/>
                  <a:cs typeface="Arial" panose="020B0604020202020204" pitchFamily="34" charset="0"/>
                </a:rPr>
                <a:t>. You </a:t>
              </a:r>
              <a:r>
                <a:rPr lang="es-EC" sz="900" dirty="0" err="1">
                  <a:latin typeface="Arial" panose="020B0604020202020204" pitchFamily="34" charset="0"/>
                  <a:cs typeface="Arial" panose="020B0604020202020204" pitchFamily="34" charset="0"/>
                </a:rPr>
                <a:t>got</a:t>
              </a:r>
              <a:r>
                <a:rPr lang="es-EC" sz="9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s-EC" sz="900" dirty="0" err="1">
                  <a:latin typeface="Arial" panose="020B0604020202020204" pitchFamily="34" charset="0"/>
                  <a:cs typeface="Arial" panose="020B0604020202020204" pitchFamily="34" charset="0"/>
                </a:rPr>
                <a:t>slide</a:t>
              </a:r>
              <a:r>
                <a:rPr lang="es-EC" sz="900" dirty="0">
                  <a:latin typeface="Arial" panose="020B0604020202020204" pitchFamily="34" charset="0"/>
                  <a:cs typeface="Arial" panose="020B0604020202020204" pitchFamily="34" charset="0"/>
                </a:rPr>
                <a:t> 6 </a:t>
              </a:r>
              <a:r>
                <a:rPr lang="es-EC" sz="900" dirty="0" err="1">
                  <a:latin typeface="Arial" panose="020B0604020202020204" pitchFamily="34" charset="0"/>
                  <a:cs typeface="Arial" panose="020B0604020202020204" pitchFamily="34" charset="0"/>
                </a:rPr>
                <a:t>please</a:t>
              </a:r>
              <a:r>
                <a:rPr lang="es-EC" sz="9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s-EC" sz="900" dirty="0" err="1">
                  <a:latin typeface="Arial" panose="020B0604020202020204" pitchFamily="34" charset="0"/>
                  <a:cs typeface="Arial" panose="020B0604020202020204" pitchFamily="34" charset="0"/>
                </a:rPr>
                <a:t>practice</a:t>
              </a:r>
              <a:r>
                <a:rPr lang="es-EC" sz="900" dirty="0">
                  <a:latin typeface="Arial" panose="020B0604020202020204" pitchFamily="34" charset="0"/>
                  <a:cs typeface="Arial" panose="020B0604020202020204" pitchFamily="34" charset="0"/>
                </a:rPr>
                <a:t> i </a:t>
              </a:r>
              <a:r>
                <a:rPr lang="es-EC" sz="900" dirty="0" err="1">
                  <a:latin typeface="Arial" panose="020B0604020202020204" pitchFamily="34" charset="0"/>
                  <a:cs typeface="Arial" panose="020B0604020202020204" pitchFamily="34" charset="0"/>
                </a:rPr>
                <a:t>need</a:t>
              </a:r>
              <a:r>
                <a:rPr lang="es-EC" sz="9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s-EC" sz="900" dirty="0" err="1">
                  <a:latin typeface="Arial" panose="020B0604020202020204" pitchFamily="34" charset="0"/>
                  <a:cs typeface="Arial" panose="020B0604020202020204" pitchFamily="34" charset="0"/>
                </a:rPr>
                <a:t>to</a:t>
              </a:r>
              <a:r>
                <a:rPr lang="es-EC" sz="9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s-EC" sz="900" dirty="0" err="1">
                  <a:latin typeface="Arial" panose="020B0604020202020204" pitchFamily="34" charset="0"/>
                  <a:cs typeface="Arial" panose="020B0604020202020204" pitchFamily="34" charset="0"/>
                </a:rPr>
                <a:t>pass</a:t>
              </a:r>
              <a:r>
                <a:rPr lang="es-EC" sz="9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s-EC" sz="900" dirty="0" err="1">
                  <a:latin typeface="Arial" panose="020B0604020202020204" pitchFamily="34" charset="0"/>
                  <a:cs typeface="Arial" panose="020B0604020202020204" pitchFamily="34" charset="0"/>
                </a:rPr>
                <a:t>this</a:t>
              </a:r>
              <a:r>
                <a:rPr lang="es-EC" sz="9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s-EC" sz="900" dirty="0" err="1">
                  <a:latin typeface="Arial" panose="020B0604020202020204" pitchFamily="34" charset="0"/>
                  <a:cs typeface="Arial" panose="020B0604020202020204" pitchFamily="34" charset="0"/>
                </a:rPr>
                <a:t>class</a:t>
              </a:r>
              <a:r>
                <a:rPr lang="es-EC" sz="900" dirty="0">
                  <a:latin typeface="Arial" panose="020B0604020202020204" pitchFamily="34" charset="0"/>
                  <a:cs typeface="Arial" panose="020B0604020202020204" pitchFamily="34" charset="0"/>
                </a:rPr>
                <a:t> dude 😭</a:t>
              </a:r>
            </a:p>
            <a:p>
              <a:r>
                <a:rPr lang="es-EC" sz="600" b="1" u="sng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File </a:t>
              </a:r>
              <a:r>
                <a:rPr lang="es-EC" sz="600" b="1" u="sng" dirty="0" err="1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attached</a:t>
              </a:r>
              <a:r>
                <a:rPr lang="es-EC" sz="600" b="1" u="sng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(104.37 </a:t>
              </a:r>
              <a:r>
                <a:rPr lang="es-EC" sz="600" b="1" u="sng" dirty="0" err="1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mb</a:t>
              </a:r>
              <a:r>
                <a:rPr lang="es-EC" sz="600" b="1" u="sng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  <p:pic>
          <p:nvPicPr>
            <p:cNvPr id="27" name="Imagen 26">
              <a:extLst>
                <a:ext uri="{FF2B5EF4-FFF2-40B4-BE49-F238E27FC236}">
                  <a16:creationId xmlns:a16="http://schemas.microsoft.com/office/drawing/2014/main" id="{78048714-E326-EA51-6B6E-2055014E730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6327777" y="5520138"/>
              <a:ext cx="438782" cy="4387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073371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 advClick="0">
        <p15:prstTrans prst="curtains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43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1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3" grpId="1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eader">
            <a:extLst>
              <a:ext uri="{FF2B5EF4-FFF2-40B4-BE49-F238E27FC236}">
                <a16:creationId xmlns:a16="http://schemas.microsoft.com/office/drawing/2014/main" id="{27200A03-CB86-BDC9-E3C6-2E3DCF0C40C3}"/>
              </a:ext>
            </a:extLst>
          </p:cNvPr>
          <p:cNvSpPr/>
          <p:nvPr/>
        </p:nvSpPr>
        <p:spPr>
          <a:xfrm>
            <a:off x="3948653" y="282212"/>
            <a:ext cx="4041099" cy="1349115"/>
          </a:xfrm>
          <a:prstGeom prst="rect">
            <a:avLst/>
          </a:prstGeom>
          <a:solidFill>
            <a:srgbClr val="3986D8"/>
          </a:solidFill>
          <a:ln>
            <a:solidFill>
              <a:srgbClr val="398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000"/>
            <a:r>
              <a:rPr lang="es-ES" sz="1600" b="1" dirty="0" err="1">
                <a:latin typeface="Roboto" panose="02000000000000000000" pitchFamily="2" charset="0"/>
                <a:ea typeface="Roboto" panose="02000000000000000000" pitchFamily="2" charset="0"/>
              </a:rPr>
              <a:t>Select</a:t>
            </a:r>
            <a:r>
              <a:rPr lang="es-ES" sz="1600" b="1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ES" sz="1600" b="1" dirty="0" err="1">
                <a:latin typeface="Roboto" panose="02000000000000000000" pitchFamily="2" charset="0"/>
                <a:ea typeface="Roboto" panose="02000000000000000000" pitchFamily="2" charset="0"/>
              </a:rPr>
              <a:t>all</a:t>
            </a:r>
            <a:r>
              <a:rPr lang="es-ES" sz="1600" b="1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ES" sz="1600" b="1" dirty="0" err="1">
                <a:latin typeface="Roboto" panose="02000000000000000000" pitchFamily="2" charset="0"/>
                <a:ea typeface="Roboto" panose="02000000000000000000" pitchFamily="2" charset="0"/>
              </a:rPr>
              <a:t>squares</a:t>
            </a:r>
            <a:r>
              <a:rPr lang="es-ES" sz="1600" b="1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ES" sz="1600" b="1" dirty="0" err="1">
                <a:latin typeface="Roboto" panose="02000000000000000000" pitchFamily="2" charset="0"/>
                <a:ea typeface="Roboto" panose="02000000000000000000" pitchFamily="2" charset="0"/>
              </a:rPr>
              <a:t>with</a:t>
            </a:r>
            <a:endParaRPr lang="es-ES" sz="1600" b="1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180000"/>
            <a:r>
              <a:rPr lang="es-ES" sz="2800" b="1" dirty="0" err="1">
                <a:latin typeface="Roboto" panose="02000000000000000000" pitchFamily="2" charset="0"/>
                <a:ea typeface="Roboto" panose="02000000000000000000" pitchFamily="2" charset="0"/>
              </a:rPr>
              <a:t>traffic</a:t>
            </a:r>
            <a:r>
              <a:rPr lang="es-ES" sz="2800" b="1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ES" sz="2800" b="1" dirty="0" err="1">
                <a:latin typeface="Roboto" panose="02000000000000000000" pitchFamily="2" charset="0"/>
                <a:ea typeface="Roboto" panose="02000000000000000000" pitchFamily="2" charset="0"/>
              </a:rPr>
              <a:t>lights</a:t>
            </a:r>
            <a:endParaRPr lang="es-ES" sz="2800" b="1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180000"/>
            <a:r>
              <a:rPr lang="es-ES" sz="1600" b="1" dirty="0" err="1">
                <a:latin typeface="Roboto" panose="02000000000000000000" pitchFamily="2" charset="0"/>
                <a:ea typeface="Roboto" panose="02000000000000000000" pitchFamily="2" charset="0"/>
              </a:rPr>
              <a:t>If</a:t>
            </a:r>
            <a:r>
              <a:rPr lang="es-ES" sz="1600" b="1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ES" sz="1600" b="1" dirty="0" err="1">
                <a:latin typeface="Roboto" panose="02000000000000000000" pitchFamily="2" charset="0"/>
                <a:ea typeface="Roboto" panose="02000000000000000000" pitchFamily="2" charset="0"/>
              </a:rPr>
              <a:t>there</a:t>
            </a:r>
            <a:r>
              <a:rPr lang="es-ES" sz="1600" b="1" dirty="0">
                <a:latin typeface="Roboto" panose="02000000000000000000" pitchFamily="2" charset="0"/>
                <a:ea typeface="Roboto" panose="02000000000000000000" pitchFamily="2" charset="0"/>
              </a:rPr>
              <a:t> are </a:t>
            </a:r>
            <a:r>
              <a:rPr lang="es-ES" sz="1600" b="1" dirty="0" err="1">
                <a:latin typeface="Roboto" panose="02000000000000000000" pitchFamily="2" charset="0"/>
                <a:ea typeface="Roboto" panose="02000000000000000000" pitchFamily="2" charset="0"/>
              </a:rPr>
              <a:t>none</a:t>
            </a:r>
            <a:r>
              <a:rPr lang="es-ES" sz="1600" b="1" dirty="0"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s-ES" sz="1600" b="1" dirty="0" err="1">
                <a:latin typeface="Roboto" panose="02000000000000000000" pitchFamily="2" charset="0"/>
                <a:ea typeface="Roboto" panose="02000000000000000000" pitchFamily="2" charset="0"/>
              </a:rPr>
              <a:t>click</a:t>
            </a:r>
            <a:r>
              <a:rPr lang="es-ES" sz="1600" b="1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ES" sz="1600" b="1" dirty="0" err="1">
                <a:latin typeface="Roboto" panose="02000000000000000000" pitchFamily="2" charset="0"/>
                <a:ea typeface="Roboto" panose="02000000000000000000" pitchFamily="2" charset="0"/>
              </a:rPr>
              <a:t>skip</a:t>
            </a:r>
            <a:endParaRPr lang="es-EC" sz="16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45A8CDD-44DB-C25A-6D81-5156CDE26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8653" y="1691288"/>
            <a:ext cx="4041099" cy="4030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61667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825</TotalTime>
  <Words>989</Words>
  <Application>Microsoft Office PowerPoint</Application>
  <PresentationFormat>Panorámica</PresentationFormat>
  <Paragraphs>133</Paragraphs>
  <Slides>12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ADLaM Display</vt:lpstr>
      <vt:lpstr>Aptos</vt:lpstr>
      <vt:lpstr>Aptos Display</vt:lpstr>
      <vt:lpstr>Arial</vt:lpstr>
      <vt:lpstr>Roboto</vt:lpstr>
      <vt:lpstr>Tema de Office</vt:lpstr>
      <vt:lpstr>Presentación de PowerPoint</vt:lpstr>
      <vt:lpstr>THE CAPTCHA GAME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YOU LOST!</vt:lpstr>
      <vt:lpstr>Assets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Patricio Inchiglema</dc:creator>
  <cp:lastModifiedBy>Patricio Inchiglema</cp:lastModifiedBy>
  <cp:revision>126</cp:revision>
  <dcterms:created xsi:type="dcterms:W3CDTF">2026-10-14T22:28:15Z</dcterms:created>
  <dcterms:modified xsi:type="dcterms:W3CDTF">2026-10-28T00:17:43Z</dcterms:modified>
</cp:coreProperties>
</file>