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5" r:id="rId11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 screen" id="{4974662A-2209-4C68-91D4-EC882716BE1C}">
          <p14:sldIdLst>
            <p14:sldId id="264"/>
            <p14:sldId id="256"/>
          </p14:sldIdLst>
        </p14:section>
        <p14:section name="Prologue" id="{6612F7BA-371A-4901-9CAE-67497492E7D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Rg st="1" end="2"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8080"/>
    <a:srgbClr val="6F7277"/>
    <a:srgbClr val="3986D8"/>
    <a:srgbClr val="E74635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300" d="100"/>
          <a:sy n="300" d="100"/>
        </p:scale>
        <p:origin x="360" y="-90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15/10/2026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13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12" Type="http://schemas.openxmlformats.org/officeDocument/2006/relationships/image" Target="../media/image7.pn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hyperlink" Target="https://github.com/mrdexterssj/the-captcha-game.pptx" TargetMode="External"/><Relationship Id="rId5" Type="http://schemas.openxmlformats.org/officeDocument/2006/relationships/slide" Target="slide1.xml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0" Type="http://schemas.openxmlformats.org/officeDocument/2006/relationships/hyperlink" Target="https://github.com/mrdexterssj/the-captcha-game.pptx" TargetMode="External"/><Relationship Id="rId4" Type="http://schemas.openxmlformats.org/officeDocument/2006/relationships/slide" Target="slide1.xml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FE581FC9-09FC-308F-A58D-BAD1D152EF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379450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0"/>
    </mc:Choice>
    <mc:Fallback>
      <p:transition spd="slow" advClick="0" advTm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ow tooltips text">
            <a:extLst>
              <a:ext uri="{FF2B5EF4-FFF2-40B4-BE49-F238E27FC236}">
                <a16:creationId xmlns:a16="http://schemas.microsoft.com/office/drawing/2014/main" id="{4E8CC1D9-2CA2-2317-191D-C3EBD6420C5B}"/>
              </a:ext>
            </a:extLst>
          </p:cNvPr>
          <p:cNvSpPr txBox="1"/>
          <p:nvPr/>
        </p:nvSpPr>
        <p:spPr>
          <a:xfrm>
            <a:off x="9839275" y="6305630"/>
            <a:ext cx="16198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Show </a:t>
            </a:r>
            <a:r>
              <a:rPr lang="es-ES" sz="1200" b="1" dirty="0" err="1">
                <a:solidFill>
                  <a:srgbClr val="80808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tooltips</a:t>
            </a:r>
            <a:endParaRPr lang="es-EC" sz="1200" b="1" dirty="0">
              <a:solidFill>
                <a:srgbClr val="808080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Blue ribbon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Play music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hlinkClick r:id="" action="ppaction://noaction">
              <a:snd r:embed="rId2" name="title_screen.wav"/>
            </a:hlinkClick>
            <a:extLst>
              <a:ext uri="{FF2B5EF4-FFF2-40B4-BE49-F238E27FC236}">
                <a16:creationId xmlns:a16="http://schemas.microsoft.com/office/drawing/2014/main" id="{219B6024-B130-AE3B-9EC8-942B21CC3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Replay animation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5" action="ppaction://hlinksldjump"/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Tooltip geometry1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Tooltip geometry2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9" name="Tool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Tooltip geometry3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Play button">
            <a:extLst>
              <a:ext uri="{FF2B5EF4-FFF2-40B4-BE49-F238E27FC236}">
                <a16:creationId xmlns:a16="http://schemas.microsoft.com/office/drawing/2014/main" id="{12411E47-25F8-3807-0158-E84E1A4A93E1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Play button text and rectangle">
              <a:extLst>
                <a:ext uri="{FF2B5EF4-FFF2-40B4-BE49-F238E27FC236}">
                  <a16:creationId xmlns:a16="http://schemas.microsoft.com/office/drawing/2014/main" id="{1E408DE1-DF00-D177-48BE-D5B4A98E5A02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Play icon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70700A44-27A1-496F-481E-F0724C64A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Github">
            <a:hlinkClick r:id="rId11"/>
            <a:extLst>
              <a:ext uri="{FF2B5EF4-FFF2-40B4-BE49-F238E27FC236}">
                <a16:creationId xmlns:a16="http://schemas.microsoft.com/office/drawing/2014/main" id="{2D271BD0-8E39-42CD-A41F-9E36873655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Tooltip replay">
            <a:extLst>
              <a:ext uri="{FF2B5EF4-FFF2-40B4-BE49-F238E27FC236}">
                <a16:creationId xmlns:a16="http://schemas.microsoft.com/office/drawing/2014/main" id="{778C3852-FFAE-42B8-06E2-199C11F926D6}"/>
              </a:ext>
            </a:extLst>
          </p:cNvPr>
          <p:cNvSpPr/>
          <p:nvPr/>
        </p:nvSpPr>
        <p:spPr>
          <a:xfrm>
            <a:off x="421484" y="5897633"/>
            <a:ext cx="47625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Replay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animation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3" name="Tooltip play music">
            <a:extLst>
              <a:ext uri="{FF2B5EF4-FFF2-40B4-BE49-F238E27FC236}">
                <a16:creationId xmlns:a16="http://schemas.microsoft.com/office/drawing/2014/main" id="{4F1C593E-189A-61CC-57A4-A739C383E14B}"/>
              </a:ext>
            </a:extLst>
          </p:cNvPr>
          <p:cNvSpPr/>
          <p:nvPr/>
        </p:nvSpPr>
        <p:spPr>
          <a:xfrm>
            <a:off x="996478" y="5900122"/>
            <a:ext cx="508471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Play </a:t>
            </a:r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some</a:t>
            </a:r>
            <a:r>
              <a:rPr lang="es-ES" sz="500" b="1" dirty="0">
                <a:latin typeface="Roboto" panose="02000000000000000000" pitchFamily="2" charset="0"/>
                <a:ea typeface="Roboto" panose="02000000000000000000" pitchFamily="2" charset="0"/>
              </a:rPr>
              <a:t> music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25" name="Tooltip info">
            <a:extLst>
              <a:ext uri="{FF2B5EF4-FFF2-40B4-BE49-F238E27FC236}">
                <a16:creationId xmlns:a16="http://schemas.microsoft.com/office/drawing/2014/main" id="{80D83F0E-753A-FE17-B708-940E69FEF8E3}"/>
              </a:ext>
            </a:extLst>
          </p:cNvPr>
          <p:cNvSpPr/>
          <p:nvPr/>
        </p:nvSpPr>
        <p:spPr>
          <a:xfrm>
            <a:off x="1572736" y="5902981"/>
            <a:ext cx="524425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00" b="1" dirty="0" err="1">
                <a:latin typeface="Roboto" panose="02000000000000000000" pitchFamily="2" charset="0"/>
                <a:ea typeface="Roboto" panose="02000000000000000000" pitchFamily="2" charset="0"/>
              </a:rPr>
              <a:t>Information</a:t>
            </a:r>
            <a:endParaRPr lang="es-EC" sz="5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7" name="Unchecked checkbox" descr="&lt;svg xmlns=&quot;http://www.w3.org/2000/svg&quot; height=&quot;24px&quot; viewBox=&quot;0 -960 960 960&quot; width=&quot;24px&quot; fill=&quot;#808080&quot;&gt;&lt;path d=&quot;M200-120q-33 0-56.5-23.5T120-200v-560q0-33 23.5-56.5T200-840h560q33 0 56.5 23.5T840-760v560q0 33-23.5 56.5T760-120H200Zm0-80h560v-560H200v560Z&quot;/&gt;&lt;/svg&gt;">
            <a:extLst>
              <a:ext uri="{FF2B5EF4-FFF2-40B4-BE49-F238E27FC236}">
                <a16:creationId xmlns:a16="http://schemas.microsoft.com/office/drawing/2014/main" id="{00150D59-7363-BB17-9CEF-2FC2DF3D318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05714" y="6297259"/>
            <a:ext cx="304800" cy="304800"/>
          </a:xfrm>
          <a:prstGeom prst="rect">
            <a:avLst/>
          </a:prstGeom>
        </p:spPr>
      </p:pic>
      <p:pic>
        <p:nvPicPr>
          <p:cNvPr id="29" name="Checked checkbox" descr="&lt;svg xmlns=&quot;http://www.w3.org/2000/svg&quot; height=&quot;24px&quot; viewBox=&quot;0 -960 960 960&quot; width=&quot;24px&quot; fill=&quot;#808080&quot;&gt;&lt;path d=&quot;m424-312 282-282-56-56-226 226-114-114-56 56 170 170ZM200-120q-33 0-56.5-23.5T120-200v-560q0-33 23.5-56.5T200-840h560q33 0 56.5 23.5T840-760v560q0 33-23.5 56.5T760-120H200Zm0-80h560v-560H200v560Zm0-560v560-560Z&quot;/&gt;&lt;/svg&gt;">
            <a:extLst>
              <a:ext uri="{FF2B5EF4-FFF2-40B4-BE49-F238E27FC236}">
                <a16:creationId xmlns:a16="http://schemas.microsoft.com/office/drawing/2014/main" id="{B039B59E-AD42-58A0-1674-60E80FC73F9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4514" y="6296059"/>
            <a:ext cx="306000" cy="3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72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3" fill="hold">
                      <p:stCondLst>
                        <p:cond delay="0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2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9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  <p:bldP spid="20" grpId="0" animBg="1"/>
      <p:bldP spid="20" grpId="1" animBg="1"/>
      <p:bldP spid="20" grpId="2" animBg="1"/>
      <p:bldP spid="23" grpId="0" animBg="1"/>
      <p:bldP spid="23" grpId="1" animBg="1"/>
      <p:bldP spid="23" grpId="2" animBg="1"/>
      <p:bldP spid="25" grpId="0" animBg="1"/>
      <p:bldP spid="25" grpId="1" animBg="1"/>
      <p:bldP spid="25" grpId="2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267E0-1666-FE88-F39E-3CE7F3175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A7393D-0ED3-E20F-B86F-A5F2ED204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33073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19BE9B-4F51-DB67-3E6C-15DB1099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H2</a:t>
            </a:r>
            <a:br>
              <a:rPr lang="es-ES" dirty="0"/>
            </a:b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3D4543-E5BF-6330-0003-7C5B9A966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584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DBCAFB-7AA6-7558-1DB6-573758147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h3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FD0FE9-A4B0-34C8-B749-C1DFC6569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839187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BC7EC-85AE-16FC-AB04-8A6F1F8CD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Bs captcha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4EB59F-BA08-49B6-1D05-C6FC04161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146736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033EF-F26A-46DB-9B9E-C550AFCB3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c1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A85B1BC-912E-98E6-4A17-41BE8990B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669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1C48E9-7F8F-E939-DA83-8E16A963E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c2</a:t>
            </a:r>
            <a:endParaRPr lang="es-EC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532196F-7557-57DA-3DE3-AF4D471F3B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526808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93A51-0E9D-0708-2D03-D6E66AF8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c3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E3B11AB-AF2B-92C2-554C-7C0D2E727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26655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/>
    </mc:Choice>
    <mc:Fallback>
      <p:transition spd="slow"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47859-859B-9C3D-EB2E-D3EDD47CE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B1EB20EC-E89E-665F-F1BF-B819F52F34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75EBE95-081D-8FA2-1321-197E0149CE54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DC7BB2E-293D-EB45-D012-0A347F4847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 err="1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Assets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E892788A-67B7-371E-D8E0-D7D847A8E5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C7EB2269-982C-8620-71B1-E815BFC87A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hlinkClick r:id="rId4" action="ppaction://hlinksldjump"/>
            <a:extLst>
              <a:ext uri="{FF2B5EF4-FFF2-40B4-BE49-F238E27FC236}">
                <a16:creationId xmlns:a16="http://schemas.microsoft.com/office/drawing/2014/main" id="{639D2591-8E4B-A02C-BB47-1C470A2BC8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DEACF54A-EAE3-0812-7396-1DB685300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76766D81-2E10-6689-7DCF-F9E88E9ABE1F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AFDD9F94-4992-A7CB-953A-D54A3CDB98DC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66354451-D6E9-0A3D-214F-241486CA0A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o 14">
            <a:extLst>
              <a:ext uri="{FF2B5EF4-FFF2-40B4-BE49-F238E27FC236}">
                <a16:creationId xmlns:a16="http://schemas.microsoft.com/office/drawing/2014/main" id="{2557EDC5-3253-1588-B0A1-D5AA86779535}"/>
              </a:ext>
            </a:extLst>
          </p:cNvPr>
          <p:cNvGrpSpPr/>
          <p:nvPr/>
        </p:nvGrpSpPr>
        <p:grpSpPr>
          <a:xfrm>
            <a:off x="4357141" y="3228141"/>
            <a:ext cx="3477718" cy="1439056"/>
            <a:chOff x="3949908" y="3139241"/>
            <a:chExt cx="3477718" cy="1439056"/>
          </a:xfrm>
        </p:grpSpPr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546ADA2D-14D4-8EB5-1589-61D22C84DB79}"/>
                </a:ext>
              </a:extLst>
            </p:cNvPr>
            <p:cNvSpPr/>
            <p:nvPr/>
          </p:nvSpPr>
          <p:spPr>
            <a:xfrm>
              <a:off x="3949908" y="3139241"/>
              <a:ext cx="3477718" cy="1439056"/>
            </a:xfrm>
            <a:prstGeom prst="roundRect">
              <a:avLst>
                <a:gd name="adj" fmla="val 3125"/>
              </a:avLst>
            </a:prstGeom>
            <a:solidFill>
              <a:srgbClr val="3986D8"/>
            </a:solidFill>
            <a:ln>
              <a:solidFill>
                <a:srgbClr val="3986D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s-ES" sz="5400" b="1" dirty="0">
                  <a:latin typeface="Roboto" panose="02000000000000000000" pitchFamily="2" charset="0"/>
                  <a:ea typeface="Roboto" panose="02000000000000000000" pitchFamily="2" charset="0"/>
                </a:rPr>
                <a:t> PLAY</a:t>
              </a:r>
              <a:endParaRPr lang="es-EC" sz="5400" b="1" dirty="0">
                <a:latin typeface="Roboto" panose="02000000000000000000" pitchFamily="2" charset="0"/>
                <a:ea typeface="Roboto" panose="02000000000000000000" pitchFamily="2" charset="0"/>
              </a:endParaRPr>
            </a:p>
          </p:txBody>
        </p:sp>
        <p:pic>
          <p:nvPicPr>
            <p:cNvPr id="13" name="Imagen 12" descr="&lt;svg xmlns=&quot;http://www.w3.org/2000/svg&quot; height=&quot;24px&quot; viewBox=&quot;0 -960 960 960&quot; width=&quot;24px&quot; fill=&quot;#FFFFFF&quot;&gt;&lt;path d=&quot;M647-440H160v-80h487L423-744l57-56 320 320-320 320-57-56 224-224Z&quot;/&gt;&lt;/svg&gt;">
              <a:extLst>
                <a:ext uri="{FF2B5EF4-FFF2-40B4-BE49-F238E27FC236}">
                  <a16:creationId xmlns:a16="http://schemas.microsoft.com/office/drawing/2014/main" id="{FB694BCA-4BF2-CEE1-1085-013EE317A6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8334" y="3401569"/>
              <a:ext cx="914400" cy="914400"/>
            </a:xfrm>
            <a:prstGeom prst="rect">
              <a:avLst/>
            </a:prstGeom>
          </p:spPr>
        </p:pic>
      </p:grpSp>
      <p:pic>
        <p:nvPicPr>
          <p:cNvPr id="18" name="Imagen 17">
            <a:hlinkClick r:id="rId10"/>
            <a:extLst>
              <a:ext uri="{FF2B5EF4-FFF2-40B4-BE49-F238E27FC236}">
                <a16:creationId xmlns:a16="http://schemas.microsoft.com/office/drawing/2014/main" id="{7EDB666D-6D59-3BD6-064E-E44FFB1FEF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73250" y="6163863"/>
            <a:ext cx="542513" cy="542513"/>
          </a:xfrm>
          <a:prstGeom prst="rect">
            <a:avLst/>
          </a:prstGeom>
        </p:spPr>
      </p:pic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BFD1B205-34FC-DEAE-CA12-5BB4206261B5}"/>
              </a:ext>
            </a:extLst>
          </p:cNvPr>
          <p:cNvSpPr/>
          <p:nvPr/>
        </p:nvSpPr>
        <p:spPr>
          <a:xfrm>
            <a:off x="501650" y="5897633"/>
            <a:ext cx="342260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s-EC" sz="7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183F8F0-2215-7C61-AE06-26FD63C93C93}"/>
              </a:ext>
            </a:extLst>
          </p:cNvPr>
          <p:cNvSpPr/>
          <p:nvPr/>
        </p:nvSpPr>
        <p:spPr>
          <a:xfrm>
            <a:off x="1676410" y="3091681"/>
            <a:ext cx="902484" cy="147173"/>
          </a:xfrm>
          <a:prstGeom prst="roundRect">
            <a:avLst>
              <a:gd name="adj" fmla="val 1566"/>
            </a:avLst>
          </a:prstGeom>
          <a:solidFill>
            <a:srgbClr val="6F7277"/>
          </a:solidFill>
          <a:ln>
            <a:solidFill>
              <a:srgbClr val="6F727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700" b="1" dirty="0" err="1">
                <a:latin typeface="Roboto" panose="02000000000000000000" pitchFamily="2" charset="0"/>
                <a:ea typeface="Roboto" panose="02000000000000000000" pitchFamily="2" charset="0"/>
              </a:rPr>
              <a:t>Tooltip</a:t>
            </a:r>
            <a:endParaRPr lang="es-EC" sz="700" b="1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33713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 advClick="0">
        <p15:prstTrans prst="curtains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58</Words>
  <Application>Microsoft Office PowerPoint</Application>
  <PresentationFormat>Panorámica</PresentationFormat>
  <Paragraphs>24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6" baseType="lpstr">
      <vt:lpstr>ADLaM Display</vt:lpstr>
      <vt:lpstr>Aptos</vt:lpstr>
      <vt:lpstr>Aptos Display</vt:lpstr>
      <vt:lpstr>Arial</vt:lpstr>
      <vt:lpstr>Roboto</vt:lpstr>
      <vt:lpstr>Tema de Office</vt:lpstr>
      <vt:lpstr>Presentación de PowerPoint</vt:lpstr>
      <vt:lpstr>THE CAPTCHA GAME</vt:lpstr>
      <vt:lpstr>h1</vt:lpstr>
      <vt:lpstr>H2 </vt:lpstr>
      <vt:lpstr>h3</vt:lpstr>
      <vt:lpstr>Bs captcha</vt:lpstr>
      <vt:lpstr>c1</vt:lpstr>
      <vt:lpstr>c2</vt:lpstr>
      <vt:lpstr>c3</vt:lpstr>
      <vt:lpstr>Assets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16</cp:revision>
  <dcterms:created xsi:type="dcterms:W3CDTF">2026-10-14T22:28:15Z</dcterms:created>
  <dcterms:modified xsi:type="dcterms:W3CDTF">2026-10-16T00:39:22Z</dcterms:modified>
</cp:coreProperties>
</file>