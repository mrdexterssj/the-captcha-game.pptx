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08080"/>
    <a:srgbClr val="3986D8"/>
    <a:srgbClr val="4F8E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>
        <p:scale>
          <a:sx n="150" d="100"/>
          <a:sy n="150" d="100"/>
        </p:scale>
        <p:origin x="174" y="-37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14T22:56:32.814"/>
    </inkml:context>
    <inkml:brush xml:id="br0">
      <inkml:brushProperty name="width" value="0.035" units="cm"/>
      <inkml:brushProperty name="height" value="0.035" units="cm"/>
      <inkml:brushProperty name="color" value="#AEAEAE"/>
    </inkml:brush>
  </inkml:definitions>
  <inkml:trace contextRef="#ctx0" brushRef="#br0">1 1 24575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F16395-347A-3179-E17B-3A37B98EB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CBEB8E2-8190-0508-4E19-00A421FEAA4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9A9E8D-B6D9-2661-91A0-43C9A433CE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B68F97B-7AA9-3E35-2BE9-E83AA2FB3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7C7F229-2576-992D-2B8B-A31D054C6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429296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489508-3313-53E5-E084-72B8C3D8D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F1C3E42-083C-65D3-D5CC-CE38E9179B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7287D61-33EA-9344-D4CC-5897E9C4F7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D971468-9D72-657A-F419-F735CD178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F3AACF8-FCA3-25EE-8372-CEBAFDE3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498290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0467CE-F966-4525-4D17-46BC5EE99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074F50C-2A13-8DE5-3F3D-12B1B20409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05FBA2-7ED0-9323-68FC-4C1F394D5D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4FEAAC0-BA8A-9BD2-0956-0A6EB5107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FF35AE3-5CB0-59FB-2CDC-818B4794D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239554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61C129F-B560-B2DA-8E16-2517CD3B02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031A9BD-4988-7045-564D-A0305F2AA7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E039188-F7D7-5786-2445-24CF2F51C3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5F8EF9C-ADFD-3B32-86B1-E63560D58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FED26F00-6AC0-B764-FB47-2B4B0FA0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990269FB-8B49-7779-0C49-E31E47D93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6213151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F65979-95B5-54EC-9648-490BB3E27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7DAFC73-B4DA-E243-C787-2B89C15A39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8209762-2CD6-DFE5-5B3C-05F8C2229B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37CDFBE-2B50-EDD4-7953-4C934323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43EFEED-4264-95D8-C7E3-59CC339680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EB429E7-9CF8-7BF9-E525-EC214581CF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9BFD0925-06AA-1296-A515-9C75AF9B60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AAA998D7-19F4-9E31-E8F8-3AE3F6E1CF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82583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31BFAA-CE5D-B5F5-29E0-F3DC84FD9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B293FF3D-99FB-6654-8929-68C494678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AB94BF6-53BD-E93A-DBBE-2B4CCB1F8A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B9FB6E9-9531-7435-12D4-3C5E1ECD8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365337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7B27972E-A6C0-7303-B2D9-F296EE44F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191BBBB-12FE-AF90-4734-D295210D7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D5404A8-9DF4-B59D-4177-28EE04BEB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7119402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336CF84-309A-150C-D331-AEE498984A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4683F2C-14BF-69DB-F8AF-9D70BFCC8A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8BB0A8A-47B4-5772-5ABD-0B2A9C2AAB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7DF39-45EA-A358-46EE-9B78F93F8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5BC1A134-1206-23DA-2452-04B514D0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54DA0C8-986C-9531-C6A6-C2908C5F8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5505183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F35FDA-FFE2-38A6-F284-29965F32A0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83B3783-5776-34F6-5414-C1D174A0CDC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C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37D010C-A995-AE59-BF89-7B7DC9AC35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2AEAC77-3DC1-B070-B09F-458D005EF3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BD059A-4B4D-1762-1E74-C17D35243A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8AC90B8-9274-0D7C-8A3C-69688BC2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64094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15768B-A217-390A-D235-6386A7D44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78BEA54-42B7-8A50-0384-11347510DF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6BF2BC-8524-50BB-7B81-2C9F8C28B7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177765B-64E5-2A01-64CA-CDF173B56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B291599-A42A-97B4-6E95-3014E51EDD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14498742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19B1ADB-251F-DFF1-22BD-102C50BD5B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1ABB960-20DD-C673-652D-911713D50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60FC8E4-CEEF-29EB-1758-48737649A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AD02A9-CB71-EECC-6466-06F6173944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57BA4BB-635E-C59A-901E-CF1D874F8C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3076810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A32F326D-1AB0-74DB-F569-273BA1FAF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678C608-209D-E58B-518C-439B90A22B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EC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8269F0-863C-30E8-A729-928A879468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CA3AB4-39FE-4D24-938E-AA63356A695F}" type="datetimeFigureOut">
              <a:rPr lang="es-EC" smtClean="0"/>
              <a:t>14/10/2026</a:t>
            </a:fld>
            <a:endParaRPr lang="es-EC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555E994-BF5C-2352-8A8F-8E832A65CD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C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B8F0A8-26B0-AD08-6C85-FDA91A6B8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FAE63C-6347-4943-8BE4-38E996703901}" type="slidenum">
              <a:rPr lang="es-EC" smtClean="0"/>
              <a:t>‹Nº›</a:t>
            </a:fld>
            <a:endParaRPr lang="es-EC"/>
          </a:p>
        </p:txBody>
      </p:sp>
    </p:spTree>
    <p:extLst>
      <p:ext uri="{BB962C8B-B14F-4D97-AF65-F5344CB8AC3E}">
        <p14:creationId xmlns:p14="http://schemas.microsoft.com/office/powerpoint/2010/main" val="4151354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customXml" Target="../ink/ink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8008476C-2171-9489-B113-1B219C2731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37606" y="4986415"/>
            <a:ext cx="1619869" cy="990593"/>
          </a:xfrm>
          <a:prstGeom prst="roundRect">
            <a:avLst>
              <a:gd name="adj" fmla="val 8013"/>
            </a:avLst>
          </a:prstGeom>
          <a:ln w="12700">
            <a:solidFill>
              <a:schemeClr val="bg2">
                <a:lumMod val="75000"/>
              </a:schemeClr>
            </a:solidFill>
          </a:ln>
        </p:spPr>
        <p:txBody>
          <a:bodyPr>
            <a:normAutofit fontScale="77500" lnSpcReduction="20000"/>
          </a:bodyPr>
          <a:lstStyle/>
          <a:p>
            <a:pPr algn="l"/>
            <a:endParaRPr lang="es-ES" sz="12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Made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for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Wrong Tool 2026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by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Hack Club</a:t>
            </a: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Author: @mrdexterssj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on</a:t>
            </a: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s-ES" sz="1100" dirty="0" err="1">
                <a:latin typeface="Roboto" panose="02000000000000000000" pitchFamily="2" charset="0"/>
                <a:ea typeface="Roboto" panose="02000000000000000000" pitchFamily="2" charset="0"/>
              </a:rPr>
              <a:t>github</a:t>
            </a:r>
            <a:endParaRPr lang="es-ES" sz="11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l">
              <a:spcBef>
                <a:spcPts val="700"/>
              </a:spcBef>
            </a:pPr>
            <a:r>
              <a:rPr lang="es-ES" sz="1100" dirty="0">
                <a:latin typeface="Roboto" panose="02000000000000000000" pitchFamily="2" charset="0"/>
                <a:ea typeface="Roboto" panose="02000000000000000000" pitchFamily="2" charset="0"/>
              </a:rPr>
              <a:t>#YSWS</a:t>
            </a:r>
            <a:endParaRPr lang="es-EC" sz="11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ED205465-6DA0-1400-DC34-75FA9D1F2AAF}"/>
              </a:ext>
            </a:extLst>
          </p:cNvPr>
          <p:cNvSpPr/>
          <p:nvPr/>
        </p:nvSpPr>
        <p:spPr>
          <a:xfrm>
            <a:off x="0" y="0"/>
            <a:ext cx="12192000" cy="2428407"/>
          </a:xfrm>
          <a:prstGeom prst="rect">
            <a:avLst/>
          </a:prstGeom>
          <a:solidFill>
            <a:srgbClr val="3986D8"/>
          </a:solidFill>
          <a:ln>
            <a:solidFill>
              <a:srgbClr val="3986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8C787A1-B68C-93F1-A421-D430A7CC5C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940" y="-376718"/>
            <a:ext cx="11997128" cy="2387600"/>
          </a:xfrm>
        </p:spPr>
        <p:txBody>
          <a:bodyPr>
            <a:noAutofit/>
          </a:bodyPr>
          <a:lstStyle/>
          <a:p>
            <a:r>
              <a:rPr lang="es-ES" sz="8800" b="1" dirty="0">
                <a:solidFill>
                  <a:schemeClr val="bg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THE CAPTCHA GAME</a:t>
            </a:r>
            <a:endParaRPr lang="es-EC" sz="8800" b="1" dirty="0">
              <a:solidFill>
                <a:schemeClr val="bg1"/>
              </a:solidFill>
              <a:latin typeface="ADLaM Display" panose="020F0502020204030204" pitchFamily="2" charset="0"/>
              <a:ea typeface="ADLaM Display" panose="020F0502020204030204" pitchFamily="2" charset="0"/>
              <a:cs typeface="ADLaM Display" panose="020F0502020204030204" pitchFamily="2" charset="0"/>
            </a:endParaRPr>
          </a:p>
        </p:txBody>
      </p:sp>
      <p:pic>
        <p:nvPicPr>
          <p:cNvPr id="6" name="Imagen 5" descr="&lt;svg xmlns=&quot;http://www.w3.org/2000/svg&quot; height=&quot;24px&quot; viewBox=&quot;0 -960 960 960&quot; width=&quot;24px&quot; fill=&quot;#1f1f1f&quot;&gt;&lt;path d=&quot;M360-120H200q-33 0-56.5-23.5T120-200v-280q0-75 28.5-140.5t77-114q48.5-48.5 114-77T480-840q75 0 140.5 28.5t114 77q48.5 48.5 77 114T840-480v280q0 33-23.5 56.5T760-120H600v-320h160v-40q0-117-81.5-198.5T480-760q-117 0-198.5 81.5T200-480v40h160v320Zm-80-240h-80v160h80v-160Zm400 0v160h80v-160h-80Zm-400 0h-80 80Zm400 0h80-80Z&quot;/&gt;&lt;/svg&gt;">
            <a:extLst>
              <a:ext uri="{FF2B5EF4-FFF2-40B4-BE49-F238E27FC236}">
                <a16:creationId xmlns:a16="http://schemas.microsoft.com/office/drawing/2014/main" id="{219B6024-B130-AE3B-9EC8-942B21CC31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1881" y="6124181"/>
            <a:ext cx="572119" cy="572119"/>
          </a:xfrm>
          <a:prstGeom prst="rect">
            <a:avLst/>
          </a:prstGeom>
        </p:spPr>
      </p:pic>
      <p:pic>
        <p:nvPicPr>
          <p:cNvPr id="8" name="Info S1" descr="&lt;svg xmlns=&quot;http://www.w3.org/2000/svg&quot; height=&quot;24px&quot; viewBox=&quot;0 -960 960 960&quot; width=&quot;24px&quot; fill=&quot;#808080&quot;&gt;&lt;path d=&quot;M440-280h80v-240h-80v240Zm68.5-331.5Q520-623 520-640t-11.5-28.5Q497-680 480-680t-28.5 11.5Q440-657 440-640t11.5 28.5Q463-600 480-600t28.5-11.5ZM480-80q-83 0-156-31.5T197-197q-54-54-85.5-127T80-480q0-83 31.5-156T197-763q54-54 127-85.5T480-880q83 0 156 31.5T763-763q54 54 85.5 127T880-480q0 83-31.5 156T763-197q-54 54-127 85.5T480-80Zm0-80q134 0 227-93t93-227q0-134-93-227t-227-93q-134 0-227 93t-93 227q0 134 93 227t227 93Zm0-320Z&quot;/&gt;&lt;/svg&gt;">
            <a:extLst>
              <a:ext uri="{FF2B5EF4-FFF2-40B4-BE49-F238E27FC236}">
                <a16:creationId xmlns:a16="http://schemas.microsoft.com/office/drawing/2014/main" id="{89FDB629-913F-C7CD-AD5B-6BA5B60C5E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6119410"/>
            <a:ext cx="624041" cy="624041"/>
          </a:xfrm>
          <a:prstGeom prst="rect">
            <a:avLst/>
          </a:prstGeom>
        </p:spPr>
      </p:pic>
      <p:pic>
        <p:nvPicPr>
          <p:cNvPr id="9" name="Imagen 8" descr="&lt;svg xmlns=&quot;http://www.w3.org/2000/svg&quot; height=&quot;24px&quot; viewBox=&quot;0 -960 960 960&quot; width=&quot;24px&quot; fill=&quot;#808080&quot;&gt;&lt;path d=&quot;M480-160q-134 0-227-93t-93-227q0-134 93-227t227-93q69 0 132 28.5T720-690v-110h80v280H520v-80h168q-32-56-87.5-88T480-720q-100 0-170 70t-70 170q0 100 70 170t170 70q77 0 139-44t87-116h84q-28 106-114 173t-196 67Z&quot;/&gt;&lt;/svg&gt;">
            <a:extLst>
              <a:ext uri="{FF2B5EF4-FFF2-40B4-BE49-F238E27FC236}">
                <a16:creationId xmlns:a16="http://schemas.microsoft.com/office/drawing/2014/main" id="{ED7120A3-AADE-BDAC-8C40-50A7D074AD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2262" y="6093772"/>
            <a:ext cx="624042" cy="624042"/>
          </a:xfrm>
          <a:prstGeom prst="rect">
            <a:avLst/>
          </a:prstGeom>
        </p:spPr>
      </p:pic>
      <p:pic>
        <p:nvPicPr>
          <p:cNvPr id="7" name="Close Tip S1" descr="&lt;svg xmlns=&quot;http://www.w3.org/2000/svg&quot; height=&quot;24px&quot; viewBox=&quot;0 -960 960 960&quot; width=&quot;24px&quot; fill=&quot;#808080&quot;&gt;&lt;path d=&quot;m336-280-56-56 144-144-144-143 56-56 144 144 143-144 56 56-144 143 144 144-56 56-143-144-144 144Z&quot;/&gt;&lt;/svg&gt;">
            <a:extLst>
              <a:ext uri="{FF2B5EF4-FFF2-40B4-BE49-F238E27FC236}">
                <a16:creationId xmlns:a16="http://schemas.microsoft.com/office/drawing/2014/main" id="{327096BA-287D-A84C-964B-D954369802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51797" y="5005465"/>
            <a:ext cx="174676" cy="190500"/>
          </a:xfrm>
          <a:prstGeom prst="rect">
            <a:avLst/>
          </a:prstGeom>
        </p:spPr>
      </p:pic>
      <p:cxnSp>
        <p:nvCxnSpPr>
          <p:cNvPr id="14" name="Conector recto 13">
            <a:extLst>
              <a:ext uri="{FF2B5EF4-FFF2-40B4-BE49-F238E27FC236}">
                <a16:creationId xmlns:a16="http://schemas.microsoft.com/office/drawing/2014/main" id="{3FAE5951-A4E4-714D-6323-1C28D0D8871A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1688306" y="5977008"/>
            <a:ext cx="147715" cy="142402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ector recto 15">
            <a:extLst>
              <a:ext uri="{FF2B5EF4-FFF2-40B4-BE49-F238E27FC236}">
                <a16:creationId xmlns:a16="http://schemas.microsoft.com/office/drawing/2014/main" id="{2F021C59-E5ED-4840-03AD-E7ECD9577BCD}"/>
              </a:ext>
            </a:extLst>
          </p:cNvPr>
          <p:cNvCxnSpPr>
            <a:cxnSpLocks/>
            <a:stCxn id="8" idx="0"/>
          </p:cNvCxnSpPr>
          <p:nvPr/>
        </p:nvCxnSpPr>
        <p:spPr>
          <a:xfrm flipV="1">
            <a:off x="1836021" y="5977161"/>
            <a:ext cx="147714" cy="142249"/>
          </a:xfrm>
          <a:prstGeom prst="line">
            <a:avLst/>
          </a:prstGeom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14:cNvPr>
              <p14:cNvContentPartPr/>
              <p14:nvPr/>
            </p14:nvContentPartPr>
            <p14:xfrm>
              <a:off x="1835663" y="6117109"/>
              <a:ext cx="360" cy="360"/>
            </p14:xfrm>
          </p:contentPart>
        </mc:Choice>
        <mc:Fallback>
          <p:pic>
            <p:nvPicPr>
              <p:cNvPr id="19" name="Entrada de lápiz 18">
                <a:extLst>
                  <a:ext uri="{FF2B5EF4-FFF2-40B4-BE49-F238E27FC236}">
                    <a16:creationId xmlns:a16="http://schemas.microsoft.com/office/drawing/2014/main" id="{328E60B4-DB31-A951-8ACD-C6D593CB6244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829543" y="6110989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8746214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seq concurrent="1" nextAc="seek">
              <p:cTn id="37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8" fill="hold">
                      <p:stCondLst>
                        <p:cond delay="0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" presetID="2" presetClass="exit" presetSubtype="4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3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5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1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5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9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  <p:bldLst>
      <p:bldP spid="3" grpId="0" uiExpand="1" build="p" animBg="1"/>
      <p:bldP spid="3" grpId="1" build="p" animBg="1"/>
    </p:bldLst>
  </p:timing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19</Words>
  <Application>Microsoft Office PowerPoint</Application>
  <PresentationFormat>Panorámica</PresentationFormat>
  <Paragraphs>5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7" baseType="lpstr">
      <vt:lpstr>ADLaM Display</vt:lpstr>
      <vt:lpstr>Aptos</vt:lpstr>
      <vt:lpstr>Aptos Display</vt:lpstr>
      <vt:lpstr>Arial</vt:lpstr>
      <vt:lpstr>Roboto</vt:lpstr>
      <vt:lpstr>Tema de Office</vt:lpstr>
      <vt:lpstr>THE CAPTCHA GAME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Patricio Inchiglema</dc:creator>
  <cp:lastModifiedBy>Patricio Inchiglema</cp:lastModifiedBy>
  <cp:revision>6</cp:revision>
  <dcterms:created xsi:type="dcterms:W3CDTF">2026-10-14T22:28:15Z</dcterms:created>
  <dcterms:modified xsi:type="dcterms:W3CDTF">2026-10-14T23:13:36Z</dcterms:modified>
</cp:coreProperties>
</file>