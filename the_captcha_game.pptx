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E8F0FE"/>
    <a:srgbClr val="303F9F"/>
    <a:srgbClr val="303FB8"/>
    <a:srgbClr val="6F7277"/>
    <a:srgbClr val="3986D8"/>
    <a:srgbClr val="E74635"/>
    <a:srgbClr val="4F8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15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8.png"/><Relationship Id="rId3" Type="http://schemas.openxmlformats.org/officeDocument/2006/relationships/slide" Target="slide1.xml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0"/>
    </mc:Choice>
    <mc:Fallback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3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2908824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hlinkClick r:id="rId8" action="ppaction://hlinksldjump"/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8" action="ppaction://hlinksldjump"/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0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3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4" name="title_screen.wav"/>
            </a:hlinkClick>
            <a:extLst>
              <a:ext uri="{FF2B5EF4-FFF2-40B4-BE49-F238E27FC236}">
                <a16:creationId xmlns:a16="http://schemas.microsoft.com/office/drawing/2014/main" id="{6EF3A4D8-EF0A-9D26-E63E-34BA16E9FCE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38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8CF52C1D-CFBD-72F5-84EB-89EE978A01E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15EBAFF0-0CDD-0F01-C923-B0D492FF62C6}"/>
              </a:ext>
            </a:extLst>
          </p:cNvPr>
          <p:cNvGrpSpPr/>
          <p:nvPr/>
        </p:nvGrpSpPr>
        <p:grpSpPr>
          <a:xfrm>
            <a:off x="4034597" y="4857003"/>
            <a:ext cx="4233103" cy="1439056"/>
            <a:chOff x="4034597" y="4857003"/>
            <a:chExt cx="4037559" cy="1439056"/>
          </a:xfrm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EBE36448-A75C-4E55-CB6C-47ABE065697B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Do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not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use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arrows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navigate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WILL be PUNISHED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690891B4-4D6C-AA6A-FE75-11252257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Click="0">
        <p15:prstTrans prst="curtains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Desktop background">
            <a:extLst>
              <a:ext uri="{FF2B5EF4-FFF2-40B4-BE49-F238E27FC236}">
                <a16:creationId xmlns:a16="http://schemas.microsoft.com/office/drawing/2014/main" id="{0EB6C401-1055-F2E9-B5EE-69B9A9990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28"/>
            <a:ext cx="12192000" cy="6850743"/>
          </a:xfrm>
          <a:prstGeom prst="rect">
            <a:avLst/>
          </a:prstGeom>
        </p:spPr>
      </p:pic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90F31C5-1F0E-9D7F-9069-4939BF17651B}"/>
              </a:ext>
            </a:extLst>
          </p:cNvPr>
          <p:cNvSpPr/>
          <p:nvPr/>
        </p:nvSpPr>
        <p:spPr>
          <a:xfrm>
            <a:off x="2627085" y="-17417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wake</a:t>
            </a:r>
            <a:r>
              <a:rPr lang="es-EC" i="1" dirty="0">
                <a:solidFill>
                  <a:srgbClr val="808080"/>
                </a:solidFill>
              </a:rPr>
              <a:t> up in </a:t>
            </a:r>
            <a:r>
              <a:rPr lang="es-EC" i="1" dirty="0" err="1">
                <a:solidFill>
                  <a:srgbClr val="808080"/>
                </a:solidFill>
              </a:rPr>
              <a:t>the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morning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ready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for</a:t>
            </a:r>
            <a:r>
              <a:rPr lang="es-EC" i="1" dirty="0">
                <a:solidFill>
                  <a:srgbClr val="808080"/>
                </a:solidFill>
              </a:rPr>
              <a:t> a new </a:t>
            </a:r>
            <a:r>
              <a:rPr lang="es-EC" i="1" dirty="0" err="1">
                <a:solidFill>
                  <a:srgbClr val="808080"/>
                </a:solidFill>
              </a:rPr>
              <a:t>day</a:t>
            </a:r>
            <a:r>
              <a:rPr lang="es-EC" i="1" dirty="0">
                <a:solidFill>
                  <a:srgbClr val="808080"/>
                </a:solidFill>
              </a:rPr>
              <a:t>. You </a:t>
            </a:r>
            <a:r>
              <a:rPr lang="es-EC" i="1" dirty="0" err="1">
                <a:solidFill>
                  <a:srgbClr val="808080"/>
                </a:solidFill>
              </a:rPr>
              <a:t>turn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on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PC and decide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finish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some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homework</a:t>
            </a:r>
            <a:r>
              <a:rPr lang="es-EC" i="1" dirty="0">
                <a:solidFill>
                  <a:srgbClr val="808080"/>
                </a:solidFill>
              </a:rPr>
              <a:t>. </a:t>
            </a:r>
            <a:r>
              <a:rPr lang="es-EC" i="1" dirty="0" err="1">
                <a:solidFill>
                  <a:srgbClr val="808080"/>
                </a:solidFill>
              </a:rPr>
              <a:t>Suddenly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friend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sends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</a:t>
            </a:r>
            <a:r>
              <a:rPr lang="es-EC" i="1" dirty="0">
                <a:solidFill>
                  <a:srgbClr val="808080"/>
                </a:solidFill>
              </a:rPr>
              <a:t> a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endParaRPr lang="es-EC" dirty="0">
              <a:solidFill>
                <a:srgbClr val="8080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9BE9B-4F51-DB67-3E6C-15DB1099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H2</a:t>
            </a:r>
            <a:br>
              <a:rPr lang="es-ES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3D4543-E5BF-6330-0003-7C5B9A966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Click="0">
        <p15:prstTrans prst="curtains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101</Words>
  <Application>Microsoft Office PowerPoint</Application>
  <PresentationFormat>Panorámica</PresentationFormat>
  <Paragraphs>25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Presentación de PowerPoint</vt:lpstr>
      <vt:lpstr>H2 </vt:lpstr>
      <vt:lpstr>h3</vt:lpstr>
      <vt:lpstr>Bs captcha</vt:lpstr>
      <vt:lpstr>c1</vt:lpstr>
      <vt:lpstr>c2</vt:lpstr>
      <vt:lpstr>c3</vt:lpstr>
      <vt:lpstr>Assets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24</cp:revision>
  <dcterms:created xsi:type="dcterms:W3CDTF">2026-10-14T22:28:15Z</dcterms:created>
  <dcterms:modified xsi:type="dcterms:W3CDTF">2026-10-16T01:20:28Z</dcterms:modified>
</cp:coreProperties>
</file>