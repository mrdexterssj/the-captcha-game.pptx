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86D8"/>
    <a:srgbClr val="808080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219B6024-B130-AE3B-9EC8-942B21CC3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Rectángulo 20">
            <a:extLst>
              <a:ext uri="{FF2B5EF4-FFF2-40B4-BE49-F238E27FC236}">
                <a16:creationId xmlns:a16="http://schemas.microsoft.com/office/drawing/2014/main" id="{ECB7E2FA-524F-EB4F-AECD-608EB6F4946F}"/>
              </a:ext>
            </a:extLst>
          </p:cNvPr>
          <p:cNvSpPr/>
          <p:nvPr/>
        </p:nvSpPr>
        <p:spPr>
          <a:xfrm>
            <a:off x="4362138" y="2683239"/>
            <a:ext cx="2803160" cy="1409076"/>
          </a:xfrm>
          <a:prstGeom prst="rect">
            <a:avLst/>
          </a:prstGeom>
          <a:solidFill>
            <a:srgbClr val="3986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PLAY</a:t>
            </a:r>
          </a:p>
        </p:txBody>
      </p: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20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ADLaM Display</vt:lpstr>
      <vt:lpstr>Aptos</vt:lpstr>
      <vt:lpstr>Aptos Display</vt:lpstr>
      <vt:lpstr>Arial</vt:lpstr>
      <vt:lpstr>Roboto</vt:lpstr>
      <vt:lpstr>Tema de Office</vt:lpstr>
      <vt:lpstr>THE CAPTCHA GAME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8</cp:revision>
  <dcterms:created xsi:type="dcterms:W3CDTF">2026-10-14T22:28:15Z</dcterms:created>
  <dcterms:modified xsi:type="dcterms:W3CDTF">2026-10-14T23:34:16Z</dcterms:modified>
</cp:coreProperties>
</file>