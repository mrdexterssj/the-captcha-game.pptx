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creen" id="{4974662A-2209-4C68-91D4-EC882716BE1C}">
          <p14:sldIdLst>
            <p14:sldId id="264"/>
            <p14:sldId id="256"/>
          </p14:sldIdLst>
        </p14:section>
        <p14:section name="Prologue" id="{6612F7BA-371A-4901-9CAE-67497492E7D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Rg st="1" end="2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B43C1C"/>
    <a:srgbClr val="E8F0FE"/>
    <a:srgbClr val="E7ECF0"/>
    <a:srgbClr val="F5F5F5"/>
    <a:srgbClr val="1C57B1"/>
    <a:srgbClr val="E5E6F0"/>
    <a:srgbClr val="FBFAFD"/>
    <a:srgbClr val="EAEBF4"/>
    <a:srgbClr val="F9F9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66" d="100"/>
          <a:sy n="66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16395-347A-3179-E17B-3A37B98EB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BEB8E2-8190-0508-4E19-00A421FE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9A9E8D-B6D9-2661-91A0-43C9A433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20/10/2026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68F97B-7AA9-3E35-2BE9-E83AA2FB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C7F229-2576-992D-2B8B-A31D054C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29296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89508-3313-53E5-E084-72B8C3D8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1C3E42-083C-65D3-D5CC-CE38E9179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287D61-33EA-9344-D4CC-5897E9C4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20/10/2026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971468-9D72-657A-F419-F735CD17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AACF8-FCA3-25EE-8372-CEBAFDE3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4982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0467CE-F966-4525-4D17-46BC5EE99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74F50C-2A13-8DE5-3F3D-12B1B2040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5FBA2-7ED0-9323-68FC-4C1F39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20/10/2026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FEAAC0-BA8A-9BD2-0956-0A6EB510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35AE3-5CB0-59FB-2CDC-818B4794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554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C129F-B560-B2DA-8E16-2517CD3B0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1A9BD-4988-7045-564D-A0305F2AA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E039188-F7D7-5786-2445-24CF2F51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F8EF9C-ADFD-3B32-86B1-E63560D5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20/10/2026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D26F00-6AC0-B764-FB47-2B4B0FA0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269FB-8B49-7779-0C49-E31E47D93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213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65979-95B5-54EC-9648-490BB3E2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AFC73-B4DA-E243-C787-2B89C15A3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209762-2CD6-DFE5-5B3C-05F8C2229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7CDFBE-2B50-EDD4-7953-4C934323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43EFEED-4264-95D8-C7E3-59CC33968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B429E7-9CF8-7BF9-E525-EC214581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20/10/2026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FD0925-06AA-1296-A515-9C75AF9B6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A998D7-19F4-9E31-E8F8-3AE3F6E1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258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1BFAA-CE5D-B5F5-29E0-F3DC84F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93FF3D-99FB-6654-8929-68C494678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20/10/2026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B94BF6-53BD-E93A-DBBE-2B4CCB1F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9FB6E9-9531-7435-12D4-3C5E1ECD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65337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27972E-A6C0-7303-B2D9-F296EE4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20/10/2026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91BBBB-12FE-AF90-4734-D295210D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404A8-9DF4-B59D-4177-28EE04BEB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1194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6CF84-309A-150C-D331-AEE4989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683F2C-14BF-69DB-F8AF-9D70BFCC8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BB0A8A-47B4-5772-5ABD-0B2A9C2AA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7DF39-45EA-A358-46EE-9B78F93F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20/10/2026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C1A134-1206-23DA-2452-04B514D0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4DA0C8-986C-9531-C6A6-C2908C5F8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051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35FDA-FFE2-38A6-F284-29965F32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83B3783-5776-34F6-5414-C1D174A0CD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7D010C-A995-AE59-BF89-7B7DC9AC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AEAC77-3DC1-B070-B09F-458D005E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20/10/2026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BD059A-4B4D-1762-1E74-C17D3524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C90B8-9274-0D7C-8A3C-69688BC2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64094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5768B-A217-390A-D235-6386A7D4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78BEA54-42B7-8A50-0384-11347510D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6BF2BC-8524-50BB-7B81-2C9F8C28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20/10/2026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77765B-64E5-2A01-64CA-CDF173B5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1599-A42A-97B4-6E95-3014E51E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987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19B1ADB-251F-DFF1-22BD-102C50BD5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ABB960-20DD-C673-652D-911713D50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0FC8E4-CEEF-29EB-1758-48737649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20/10/2026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AD02A9-CB71-EECC-6466-06F61739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7BA4BB-635E-C59A-901E-CF1D874F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76810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2F326D-1AB0-74DB-F569-273BA1FA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78C608-209D-E58B-518C-439B90A22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8269F0-863C-30E8-A729-928A87946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CA3AB4-39FE-4D24-938E-AA63356A695F}" type="datetimeFigureOut">
              <a:rPr lang="es-EC" smtClean="0"/>
              <a:t>20/10/2026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55E994-BF5C-2352-8A8F-8E832A65CD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8F0A8-26B0-AD08-6C85-FDA91A6B8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5135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openxmlformats.org/officeDocument/2006/relationships/image" Target="../media/image8.png"/><Relationship Id="rId3" Type="http://schemas.openxmlformats.org/officeDocument/2006/relationships/slide" Target="slide1.xml"/><Relationship Id="rId7" Type="http://schemas.openxmlformats.org/officeDocument/2006/relationships/image" Target="../media/image4.png"/><Relationship Id="rId12" Type="http://schemas.openxmlformats.org/officeDocument/2006/relationships/image" Target="../media/image7.png"/><Relationship Id="rId17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9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audio" Target="../media/audio1.wav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customXml" Target="../ink/ink2.xml"/><Relationship Id="rId12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slide" Target="slide1.xml"/><Relationship Id="rId9" Type="http://schemas.openxmlformats.org/officeDocument/2006/relationships/image" Target="../media/image5.png"/><Relationship Id="rId1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FE581FC9-09FC-308F-A58D-BAD1D152EF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37945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ow tooltips text">
            <a:extLst>
              <a:ext uri="{FF2B5EF4-FFF2-40B4-BE49-F238E27FC236}">
                <a16:creationId xmlns:a16="http://schemas.microsoft.com/office/drawing/2014/main" id="{4E8CC1D9-2CA2-2317-191D-C3EBD6420C5B}"/>
              </a:ext>
            </a:extLst>
          </p:cNvPr>
          <p:cNvSpPr txBox="1"/>
          <p:nvPr/>
        </p:nvSpPr>
        <p:spPr>
          <a:xfrm>
            <a:off x="9839275" y="6305630"/>
            <a:ext cx="16198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Show </a:t>
            </a:r>
            <a:r>
              <a:rPr lang="es-ES" sz="1200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tooltips</a:t>
            </a:r>
            <a:endParaRPr lang="es-EC" sz="1200" b="1" dirty="0">
              <a:solidFill>
                <a:srgbClr val="80808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008476C-2171-9489-B113-1B219C27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Blue ribbon">
            <a:extLst>
              <a:ext uri="{FF2B5EF4-FFF2-40B4-BE49-F238E27FC236}">
                <a16:creationId xmlns:a16="http://schemas.microsoft.com/office/drawing/2014/main" id="{ED205465-6DA0-1400-DC34-75FA9D1F2AAF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C787A1-B68C-93F1-A421-D430A7CC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THE CAPTCHA GAME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8" name="Info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89FDB629-913F-C7CD-AD5B-6BA5B60C5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397" y="6119769"/>
            <a:ext cx="576531" cy="576531"/>
          </a:xfrm>
          <a:prstGeom prst="rect">
            <a:avLst/>
          </a:prstGeom>
        </p:spPr>
      </p:pic>
      <p:pic>
        <p:nvPicPr>
          <p:cNvPr id="9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3" action="ppaction://hlinksldjump"/>
            <a:extLst>
              <a:ext uri="{FF2B5EF4-FFF2-40B4-BE49-F238E27FC236}">
                <a16:creationId xmlns:a16="http://schemas.microsoft.com/office/drawing/2014/main" id="{ED7120A3-AADE-BDAC-8C40-50A7D074A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327096BA-287D-A84C-964B-D95436980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Tip geometry1">
            <a:extLst>
              <a:ext uri="{FF2B5EF4-FFF2-40B4-BE49-F238E27FC236}">
                <a16:creationId xmlns:a16="http://schemas.microsoft.com/office/drawing/2014/main" id="{3FAE5951-A4E4-714D-6323-1C28D0D8871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0257" y="5975858"/>
            <a:ext cx="155406" cy="14391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Tip geometry2">
            <a:extLst>
              <a:ext uri="{FF2B5EF4-FFF2-40B4-BE49-F238E27FC236}">
                <a16:creationId xmlns:a16="http://schemas.microsoft.com/office/drawing/2014/main" id="{2F021C59-E5ED-4840-03AD-E7ECD9577BC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5663" y="5977520"/>
            <a:ext cx="171469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 xmlns="">
          <p:pic>
            <p:nvPicPr>
              <p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Play button">
            <a:extLst>
              <a:ext uri="{FF2B5EF4-FFF2-40B4-BE49-F238E27FC236}">
                <a16:creationId xmlns:a16="http://schemas.microsoft.com/office/drawing/2014/main" id="{12411E47-25F8-3807-0158-E84E1A4A93E1}"/>
              </a:ext>
            </a:extLst>
          </p:cNvPr>
          <p:cNvGrpSpPr/>
          <p:nvPr/>
        </p:nvGrpSpPr>
        <p:grpSpPr>
          <a:xfrm>
            <a:off x="4357141" y="2908824"/>
            <a:ext cx="3477718" cy="1439056"/>
            <a:chOff x="3949908" y="3139241"/>
            <a:chExt cx="3477718" cy="1439056"/>
          </a:xfrm>
        </p:grpSpPr>
        <p:sp>
          <p:nvSpPr>
            <p:cNvPr id="12" name="Play button text and rectangle">
              <a:hlinkClick r:id="rId8" action="ppaction://hlinksldjump"/>
              <a:extLst>
                <a:ext uri="{FF2B5EF4-FFF2-40B4-BE49-F238E27FC236}">
                  <a16:creationId xmlns:a16="http://schemas.microsoft.com/office/drawing/2014/main" id="{1E408DE1-DF00-D177-48BE-D5B4A98E5A02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Play icon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hlinkClick r:id="rId8" action="ppaction://hlinksldjump"/>
              <a:extLst>
                <a:ext uri="{FF2B5EF4-FFF2-40B4-BE49-F238E27FC236}">
                  <a16:creationId xmlns:a16="http://schemas.microsoft.com/office/drawing/2014/main" id="{70700A44-27A1-496F-481E-F0724C64A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Github">
            <a:hlinkClick r:id="rId10"/>
            <a:extLst>
              <a:ext uri="{FF2B5EF4-FFF2-40B4-BE49-F238E27FC236}">
                <a16:creationId xmlns:a16="http://schemas.microsoft.com/office/drawing/2014/main" id="{2D271BD0-8E39-42CD-A41F-9E36873655F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Tooltip replay">
            <a:extLst>
              <a:ext uri="{FF2B5EF4-FFF2-40B4-BE49-F238E27FC236}">
                <a16:creationId xmlns:a16="http://schemas.microsoft.com/office/drawing/2014/main" id="{778C3852-FFAE-42B8-06E2-199C11F926D6}"/>
              </a:ext>
            </a:extLst>
          </p:cNvPr>
          <p:cNvSpPr/>
          <p:nvPr/>
        </p:nvSpPr>
        <p:spPr>
          <a:xfrm>
            <a:off x="421484" y="5897633"/>
            <a:ext cx="47625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Replay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animation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Tooltip play music">
            <a:extLst>
              <a:ext uri="{FF2B5EF4-FFF2-40B4-BE49-F238E27FC236}">
                <a16:creationId xmlns:a16="http://schemas.microsoft.com/office/drawing/2014/main" id="{4F1C593E-189A-61CC-57A4-A739C383E14B}"/>
              </a:ext>
            </a:extLst>
          </p:cNvPr>
          <p:cNvSpPr/>
          <p:nvPr/>
        </p:nvSpPr>
        <p:spPr>
          <a:xfrm>
            <a:off x="996478" y="5900122"/>
            <a:ext cx="508471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some</a:t>
            </a:r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 music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5" name="Tooltip info">
            <a:extLst>
              <a:ext uri="{FF2B5EF4-FFF2-40B4-BE49-F238E27FC236}">
                <a16:creationId xmlns:a16="http://schemas.microsoft.com/office/drawing/2014/main" id="{80D83F0E-753A-FE17-B708-940E69FEF8E3}"/>
              </a:ext>
            </a:extLst>
          </p:cNvPr>
          <p:cNvSpPr/>
          <p:nvPr/>
        </p:nvSpPr>
        <p:spPr>
          <a:xfrm>
            <a:off x="1572736" y="5902981"/>
            <a:ext cx="524425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Information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7" name="Unchecked checkbox" descr="&lt;svg xmlns=&quot;http://www.w3.org/2000/svg&quot; height=&quot;24px&quot; viewBox=&quot;0 -960 960 960&quot; width=&quot;24px&quot; fill=&quot;#808080&quot;&gt;&lt;path d=&quot;M200-120q-33 0-56.5-23.5T120-200v-560q0-33 23.5-56.5T200-840h560q33 0 56.5 23.5T840-760v560q0 33-23.5 56.5T760-120H200Zm0-80h560v-560H200v560Z&quot;/&gt;&lt;/svg&gt;">
            <a:extLst>
              <a:ext uri="{FF2B5EF4-FFF2-40B4-BE49-F238E27FC236}">
                <a16:creationId xmlns:a16="http://schemas.microsoft.com/office/drawing/2014/main" id="{00150D59-7363-BB17-9CEF-2FC2DF3D31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5714" y="6297259"/>
            <a:ext cx="304800" cy="304800"/>
          </a:xfrm>
          <a:prstGeom prst="rect">
            <a:avLst/>
          </a:prstGeom>
        </p:spPr>
      </p:pic>
      <p:pic>
        <p:nvPicPr>
          <p:cNvPr id="29" name="Checked checkbox" descr="&lt;svg xmlns=&quot;http://www.w3.org/2000/svg&quot; height=&quot;24px&quot; viewBox=&quot;0 -960 960 960&quot; width=&quot;24px&quot; fill=&quot;#808080&quot;&gt;&lt;path d=&quot;m424-312 282-282-56-56-226 226-114-114-56 56 170 170ZM200-120q-33 0-56.5-23.5T120-200v-560q0-33 23.5-56.5T200-840h560q33 0 56.5 23.5T840-760v560q0 33-23.5 56.5T760-120H200Zm0-80h560v-560H200v560Zm0-560v560-560Z&quot;/&gt;&lt;/svg&gt;">
            <a:extLst>
              <a:ext uri="{FF2B5EF4-FFF2-40B4-BE49-F238E27FC236}">
                <a16:creationId xmlns:a16="http://schemas.microsoft.com/office/drawing/2014/main" id="{B039B59E-AD42-58A0-1674-60E80FC73F9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4514" y="6296059"/>
            <a:ext cx="306000" cy="306000"/>
          </a:xfrm>
          <a:prstGeom prst="rect">
            <a:avLst/>
          </a:prstGeom>
        </p:spPr>
      </p:pic>
      <p:pic>
        <p:nvPicPr>
          <p:cNvPr id="32" name="Music off" descr="&lt;svg xmlns=&quot;http://www.w3.org/2000/svg&quot; height=&quot;24px&quot; viewBox=&quot;0 -960 960 960&quot; width=&quot;24px&quot; fill=&quot;#80808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>
              <a:snd r:embed="rId14" name="title_screen.wav"/>
            </a:hlinkClick>
            <a:extLst>
              <a:ext uri="{FF2B5EF4-FFF2-40B4-BE49-F238E27FC236}">
                <a16:creationId xmlns:a16="http://schemas.microsoft.com/office/drawing/2014/main" id="{6EF3A4D8-EF0A-9D26-E63E-34BA16E9FCE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8266" y="6117831"/>
            <a:ext cx="572119" cy="572119"/>
          </a:xfrm>
          <a:prstGeom prst="rect">
            <a:avLst/>
          </a:prstGeom>
        </p:spPr>
      </p:pic>
      <p:pic>
        <p:nvPicPr>
          <p:cNvPr id="38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8CF52C1D-CFBD-72F5-84EB-89EE978A01E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5884" y="6115096"/>
            <a:ext cx="572119" cy="572119"/>
          </a:xfrm>
          <a:prstGeom prst="rect">
            <a:avLst/>
          </a:prstGeom>
        </p:spPr>
      </p:pic>
      <p:grpSp>
        <p:nvGrpSpPr>
          <p:cNvPr id="42" name="Grupo 41">
            <a:extLst>
              <a:ext uri="{FF2B5EF4-FFF2-40B4-BE49-F238E27FC236}">
                <a16:creationId xmlns:a16="http://schemas.microsoft.com/office/drawing/2014/main" id="{15EBAFF0-0CDD-0F01-C923-B0D492FF62C6}"/>
              </a:ext>
            </a:extLst>
          </p:cNvPr>
          <p:cNvGrpSpPr/>
          <p:nvPr/>
        </p:nvGrpSpPr>
        <p:grpSpPr>
          <a:xfrm>
            <a:off x="4034597" y="4857003"/>
            <a:ext cx="4233103" cy="1439056"/>
            <a:chOff x="4034597" y="4857003"/>
            <a:chExt cx="4037559" cy="1439056"/>
          </a:xfrm>
        </p:grpSpPr>
        <p:sp>
          <p:nvSpPr>
            <p:cNvPr id="31" name="Play button text and rectangle">
              <a:extLst>
                <a:ext uri="{FF2B5EF4-FFF2-40B4-BE49-F238E27FC236}">
                  <a16:creationId xmlns:a16="http://schemas.microsoft.com/office/drawing/2014/main" id="{EBE36448-A75C-4E55-CB6C-47ABE065697B}"/>
                </a:ext>
              </a:extLst>
            </p:cNvPr>
            <p:cNvSpPr/>
            <p:nvPr/>
          </p:nvSpPr>
          <p:spPr>
            <a:xfrm>
              <a:off x="4034597" y="4857003"/>
              <a:ext cx="4037559" cy="1439056"/>
            </a:xfrm>
            <a:prstGeom prst="roundRect">
              <a:avLst>
                <a:gd name="adj" fmla="val 3125"/>
              </a:avLst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Do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not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use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arrows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to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navigate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,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you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WILL be PUNISHED</a:t>
              </a:r>
              <a:endParaRPr lang="es-EC" sz="2400" b="1" dirty="0">
                <a:solidFill>
                  <a:srgbClr val="303F9F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41" name="Imagen 40" descr="&lt;svg xmlns=&quot;http://www.w3.org/2000/svg&quot; height=&quot;24px&quot; viewBox=&quot;0 -960 960 960&quot; width=&quot;24px&quot; fill=&quot;#303F9F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  <a:extLst>
                <a:ext uri="{FF2B5EF4-FFF2-40B4-BE49-F238E27FC236}">
                  <a16:creationId xmlns:a16="http://schemas.microsoft.com/office/drawing/2014/main" id="{690891B4-4D6C-AA6A-FE75-11252257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240899" y="5236230"/>
              <a:ext cx="549392" cy="57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746214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1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2" fill="hold">
                      <p:stCondLst>
                        <p:cond delay="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  <p:bldP spid="20" grpId="0" animBg="1"/>
      <p:bldP spid="20" grpId="1" animBg="1"/>
      <p:bldP spid="20" grpId="2" animBg="1"/>
      <p:bldP spid="23" grpId="0" animBg="1"/>
      <p:bldP spid="23" grpId="1" animBg="1"/>
      <p:bldP spid="23" grpId="2" animBg="1"/>
      <p:bldP spid="25" grpId="0" animBg="1"/>
      <p:bldP spid="25" grpId="1" animBg="1"/>
      <p:bldP spid="25" grpId="2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Desktop background">
            <a:extLst>
              <a:ext uri="{FF2B5EF4-FFF2-40B4-BE49-F238E27FC236}">
                <a16:creationId xmlns:a16="http://schemas.microsoft.com/office/drawing/2014/main" id="{0EB6C401-1055-F2E9-B5EE-69B9A99906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628"/>
            <a:ext cx="12192000" cy="6850742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E90F31C5-1F0E-9D7F-9069-4939BF17651B}"/>
              </a:ext>
            </a:extLst>
          </p:cNvPr>
          <p:cNvSpPr/>
          <p:nvPr/>
        </p:nvSpPr>
        <p:spPr>
          <a:xfrm>
            <a:off x="2627085" y="-174171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wake</a:t>
            </a:r>
            <a:r>
              <a:rPr lang="es-EC" i="1" dirty="0">
                <a:solidFill>
                  <a:srgbClr val="808080"/>
                </a:solidFill>
              </a:rPr>
              <a:t> up in </a:t>
            </a:r>
            <a:r>
              <a:rPr lang="es-EC" i="1" dirty="0" err="1">
                <a:solidFill>
                  <a:srgbClr val="808080"/>
                </a:solidFill>
              </a:rPr>
              <a:t>the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morning</a:t>
            </a:r>
            <a:r>
              <a:rPr lang="es-EC" i="1" dirty="0">
                <a:solidFill>
                  <a:srgbClr val="808080"/>
                </a:solidFill>
              </a:rPr>
              <a:t>, </a:t>
            </a:r>
            <a:r>
              <a:rPr lang="es-EC" i="1" dirty="0" err="1">
                <a:solidFill>
                  <a:srgbClr val="808080"/>
                </a:solidFill>
              </a:rPr>
              <a:t>ready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for</a:t>
            </a:r>
            <a:r>
              <a:rPr lang="es-EC" i="1" dirty="0">
                <a:solidFill>
                  <a:srgbClr val="808080"/>
                </a:solidFill>
              </a:rPr>
              <a:t> a new </a:t>
            </a:r>
            <a:r>
              <a:rPr lang="es-EC" i="1" dirty="0" err="1">
                <a:solidFill>
                  <a:srgbClr val="808080"/>
                </a:solidFill>
              </a:rPr>
              <a:t>day</a:t>
            </a:r>
            <a:r>
              <a:rPr lang="es-EC" i="1" dirty="0">
                <a:solidFill>
                  <a:srgbClr val="808080"/>
                </a:solidFill>
              </a:rPr>
              <a:t>.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DBFBD145-FD6F-F498-E139-217FECAD89C1}"/>
              </a:ext>
            </a:extLst>
          </p:cNvPr>
          <p:cNvSpPr/>
          <p:nvPr/>
        </p:nvSpPr>
        <p:spPr>
          <a:xfrm>
            <a:off x="2627084" y="-174172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turn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on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your</a:t>
            </a:r>
            <a:r>
              <a:rPr lang="es-EC" i="1" dirty="0">
                <a:solidFill>
                  <a:srgbClr val="808080"/>
                </a:solidFill>
              </a:rPr>
              <a:t> PC and decide </a:t>
            </a:r>
            <a:r>
              <a:rPr lang="es-EC" i="1" dirty="0" err="1">
                <a:solidFill>
                  <a:srgbClr val="808080"/>
                </a:solidFill>
              </a:rPr>
              <a:t>to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finish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some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homework</a:t>
            </a:r>
            <a:r>
              <a:rPr lang="es-EC" i="1" dirty="0">
                <a:solidFill>
                  <a:srgbClr val="808080"/>
                </a:solidFill>
              </a:rPr>
              <a:t>. 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3071EE-B768-ECA1-C55F-6F00DAEFAE96}"/>
              </a:ext>
            </a:extLst>
          </p:cNvPr>
          <p:cNvSpPr/>
          <p:nvPr/>
        </p:nvSpPr>
        <p:spPr>
          <a:xfrm>
            <a:off x="2627084" y="-174173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 err="1">
                <a:solidFill>
                  <a:srgbClr val="808080"/>
                </a:solidFill>
              </a:rPr>
              <a:t>Suddenly</a:t>
            </a:r>
            <a:r>
              <a:rPr lang="es-EC" i="1" dirty="0">
                <a:solidFill>
                  <a:srgbClr val="808080"/>
                </a:solidFill>
              </a:rPr>
              <a:t>, </a:t>
            </a:r>
            <a:r>
              <a:rPr lang="es-EC" i="1" dirty="0" err="1">
                <a:solidFill>
                  <a:srgbClr val="808080"/>
                </a:solidFill>
              </a:rPr>
              <a:t>your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friend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sends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</a:t>
            </a:r>
            <a:r>
              <a:rPr lang="es-EC" i="1" dirty="0">
                <a:solidFill>
                  <a:srgbClr val="808080"/>
                </a:solidFill>
              </a:rPr>
              <a:t> a </a:t>
            </a:r>
            <a:r>
              <a:rPr lang="es-EC" i="1" dirty="0" err="1">
                <a:solidFill>
                  <a:srgbClr val="808080"/>
                </a:solidFill>
              </a:rPr>
              <a:t>message</a:t>
            </a:r>
            <a:endParaRPr lang="es-EC" dirty="0">
              <a:solidFill>
                <a:srgbClr val="808080"/>
              </a:solidFill>
            </a:endParaRPr>
          </a:p>
        </p:txBody>
      </p:sp>
      <p:pic>
        <p:nvPicPr>
          <p:cNvPr id="17" name="Notification">
            <a:extLst>
              <a:ext uri="{FF2B5EF4-FFF2-40B4-BE49-F238E27FC236}">
                <a16:creationId xmlns:a16="http://schemas.microsoft.com/office/drawing/2014/main" id="{9FF80B39-FB59-7705-C9F7-8FEDCF780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7743" y="5451988"/>
            <a:ext cx="3535714" cy="1313424"/>
          </a:xfrm>
          <a:prstGeom prst="rect">
            <a:avLst/>
          </a:prstGeom>
        </p:spPr>
      </p:pic>
      <p:pic>
        <p:nvPicPr>
          <p:cNvPr id="15" name="Pointer" descr="Computer Mouse Icon for User Interfaces">
            <a:extLst>
              <a:ext uri="{FF2B5EF4-FFF2-40B4-BE49-F238E27FC236}">
                <a16:creationId xmlns:a16="http://schemas.microsoft.com/office/drawing/2014/main" id="{0DFDA3D2-3CFF-678A-78FA-E6307C98D76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054549" y="3275805"/>
            <a:ext cx="306388" cy="306388"/>
          </a:xfrm>
          <a:prstGeom prst="rect">
            <a:avLst/>
          </a:prstGeom>
        </p:spPr>
      </p:pic>
      <p:grpSp>
        <p:nvGrpSpPr>
          <p:cNvPr id="4" name="Splash">
            <a:extLst>
              <a:ext uri="{FF2B5EF4-FFF2-40B4-BE49-F238E27FC236}">
                <a16:creationId xmlns:a16="http://schemas.microsoft.com/office/drawing/2014/main" id="{07D32A0B-43C8-427B-CB22-0A8FA1BB23CE}"/>
              </a:ext>
            </a:extLst>
          </p:cNvPr>
          <p:cNvGrpSpPr/>
          <p:nvPr/>
        </p:nvGrpSpPr>
        <p:grpSpPr>
          <a:xfrm>
            <a:off x="4383525" y="2258836"/>
            <a:ext cx="3419952" cy="2152950"/>
            <a:chOff x="4383525" y="2258836"/>
            <a:chExt cx="3419952" cy="2152950"/>
          </a:xfrm>
        </p:grpSpPr>
        <p:pic>
          <p:nvPicPr>
            <p:cNvPr id="18" name="Imagen 17" descr="Opening PowerPoint files from Teams get stuck loading at 0% : r/Office365">
              <a:extLst>
                <a:ext uri="{FF2B5EF4-FFF2-40B4-BE49-F238E27FC236}">
                  <a16:creationId xmlns:a16="http://schemas.microsoft.com/office/drawing/2014/main" id="{8440560E-551E-359C-9B8B-3E336A28D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83525" y="2258836"/>
              <a:ext cx="3419952" cy="2152950"/>
            </a:xfrm>
            <a:prstGeom prst="rect">
              <a:avLst/>
            </a:prstGeom>
          </p:spPr>
        </p:pic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E6B890BF-C7B4-1761-C0D0-5D272503300C}"/>
                </a:ext>
              </a:extLst>
            </p:cNvPr>
            <p:cNvSpPr/>
            <p:nvPr/>
          </p:nvSpPr>
          <p:spPr>
            <a:xfrm>
              <a:off x="4414938" y="4244340"/>
              <a:ext cx="3357125" cy="127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2" name="Starting">
            <a:extLst>
              <a:ext uri="{FF2B5EF4-FFF2-40B4-BE49-F238E27FC236}">
                <a16:creationId xmlns:a16="http://schemas.microsoft.com/office/drawing/2014/main" id="{ADE2A024-3E29-312B-235A-54B900EF63B9}"/>
              </a:ext>
            </a:extLst>
          </p:cNvPr>
          <p:cNvSpPr/>
          <p:nvPr/>
        </p:nvSpPr>
        <p:spPr>
          <a:xfrm>
            <a:off x="4392000" y="424440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Starting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Loading init">
            <a:extLst>
              <a:ext uri="{FF2B5EF4-FFF2-40B4-BE49-F238E27FC236}">
                <a16:creationId xmlns:a16="http://schemas.microsoft.com/office/drawing/2014/main" id="{50F60CAB-FBE8-97FD-0C99-32470E2F71E3}"/>
              </a:ext>
            </a:extLst>
          </p:cNvPr>
          <p:cNvSpPr/>
          <p:nvPr/>
        </p:nvSpPr>
        <p:spPr>
          <a:xfrm>
            <a:off x="4391145" y="424434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oading 0">
            <a:extLst>
              <a:ext uri="{FF2B5EF4-FFF2-40B4-BE49-F238E27FC236}">
                <a16:creationId xmlns:a16="http://schemas.microsoft.com/office/drawing/2014/main" id="{C70121E2-DC5E-488A-36E8-59F384A5F4AD}"/>
              </a:ext>
            </a:extLst>
          </p:cNvPr>
          <p:cNvSpPr/>
          <p:nvPr/>
        </p:nvSpPr>
        <p:spPr>
          <a:xfrm>
            <a:off x="4392000" y="424440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(0%)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Loading 10">
            <a:extLst>
              <a:ext uri="{FF2B5EF4-FFF2-40B4-BE49-F238E27FC236}">
                <a16:creationId xmlns:a16="http://schemas.microsoft.com/office/drawing/2014/main" id="{979DC77B-6085-ED66-D70A-1598F2822A26}"/>
              </a:ext>
            </a:extLst>
          </p:cNvPr>
          <p:cNvSpPr/>
          <p:nvPr/>
        </p:nvSpPr>
        <p:spPr>
          <a:xfrm>
            <a:off x="4392000" y="424440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(10%)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Loading 27">
            <a:extLst>
              <a:ext uri="{FF2B5EF4-FFF2-40B4-BE49-F238E27FC236}">
                <a16:creationId xmlns:a16="http://schemas.microsoft.com/office/drawing/2014/main" id="{AE08180D-00C9-49ED-B8B2-796CA15E5111}"/>
              </a:ext>
            </a:extLst>
          </p:cNvPr>
          <p:cNvSpPr/>
          <p:nvPr/>
        </p:nvSpPr>
        <p:spPr>
          <a:xfrm>
            <a:off x="4392000" y="424440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(27%)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Loading 54">
            <a:extLst>
              <a:ext uri="{FF2B5EF4-FFF2-40B4-BE49-F238E27FC236}">
                <a16:creationId xmlns:a16="http://schemas.microsoft.com/office/drawing/2014/main" id="{D917621B-B5BF-9147-80F5-9DD78638B3D7}"/>
              </a:ext>
            </a:extLst>
          </p:cNvPr>
          <p:cNvSpPr/>
          <p:nvPr/>
        </p:nvSpPr>
        <p:spPr>
          <a:xfrm>
            <a:off x="4392000" y="424440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(54%)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Loading 73">
            <a:extLst>
              <a:ext uri="{FF2B5EF4-FFF2-40B4-BE49-F238E27FC236}">
                <a16:creationId xmlns:a16="http://schemas.microsoft.com/office/drawing/2014/main" id="{DAFA7E28-97C9-E8EE-02DD-5DBCAF7599D4}"/>
              </a:ext>
            </a:extLst>
          </p:cNvPr>
          <p:cNvSpPr/>
          <p:nvPr/>
        </p:nvSpPr>
        <p:spPr>
          <a:xfrm>
            <a:off x="4392000" y="424440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(73%)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oading 89">
            <a:extLst>
              <a:ext uri="{FF2B5EF4-FFF2-40B4-BE49-F238E27FC236}">
                <a16:creationId xmlns:a16="http://schemas.microsoft.com/office/drawing/2014/main" id="{99942711-38AB-335A-C899-9E20C61C2385}"/>
              </a:ext>
            </a:extLst>
          </p:cNvPr>
          <p:cNvSpPr/>
          <p:nvPr/>
        </p:nvSpPr>
        <p:spPr>
          <a:xfrm>
            <a:off x="4392000" y="424440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(89%)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Loading 97">
            <a:extLst>
              <a:ext uri="{FF2B5EF4-FFF2-40B4-BE49-F238E27FC236}">
                <a16:creationId xmlns:a16="http://schemas.microsoft.com/office/drawing/2014/main" id="{0FDE9D9B-7FA9-5C81-EE9E-018F96354E99}"/>
              </a:ext>
            </a:extLst>
          </p:cNvPr>
          <p:cNvSpPr/>
          <p:nvPr/>
        </p:nvSpPr>
        <p:spPr>
          <a:xfrm>
            <a:off x="4392000" y="424440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(97%)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Loading 100">
            <a:extLst>
              <a:ext uri="{FF2B5EF4-FFF2-40B4-BE49-F238E27FC236}">
                <a16:creationId xmlns:a16="http://schemas.microsoft.com/office/drawing/2014/main" id="{F3B2A458-C1E1-B892-D843-CADEE74F278A}"/>
              </a:ext>
            </a:extLst>
          </p:cNvPr>
          <p:cNvSpPr/>
          <p:nvPr/>
        </p:nvSpPr>
        <p:spPr>
          <a:xfrm>
            <a:off x="4392000" y="424440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(100%)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Almost done">
            <a:extLst>
              <a:ext uri="{FF2B5EF4-FFF2-40B4-BE49-F238E27FC236}">
                <a16:creationId xmlns:a16="http://schemas.microsoft.com/office/drawing/2014/main" id="{579787D5-6AA2-220F-6643-28AB938E6C65}"/>
              </a:ext>
            </a:extLst>
          </p:cNvPr>
          <p:cNvSpPr/>
          <p:nvPr/>
        </p:nvSpPr>
        <p:spPr>
          <a:xfrm>
            <a:off x="4392000" y="424440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Almost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done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7" name="PowerPoint Window">
            <a:extLst>
              <a:ext uri="{FF2B5EF4-FFF2-40B4-BE49-F238E27FC236}">
                <a16:creationId xmlns:a16="http://schemas.microsoft.com/office/drawing/2014/main" id="{F067EBE8-17D8-A626-A720-1929E76ED0EA}"/>
              </a:ext>
            </a:extLst>
          </p:cNvPr>
          <p:cNvGrpSpPr/>
          <p:nvPr/>
        </p:nvGrpSpPr>
        <p:grpSpPr>
          <a:xfrm>
            <a:off x="0" y="0"/>
            <a:ext cx="12192000" cy="6438899"/>
            <a:chOff x="0" y="0"/>
            <a:chExt cx="12192000" cy="6438899"/>
          </a:xfrm>
        </p:grpSpPr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4376F841-4016-EBA4-2686-B8AA527D6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012"/>
            <a:stretch>
              <a:fillRect/>
            </a:stretch>
          </p:blipFill>
          <p:spPr>
            <a:xfrm>
              <a:off x="0" y="0"/>
              <a:ext cx="12192000" cy="6438899"/>
            </a:xfrm>
            <a:prstGeom prst="rect">
              <a:avLst/>
            </a:prstGeom>
          </p:spPr>
        </p:pic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6D60DC59-1567-3605-C59F-990201FA3C85}"/>
                </a:ext>
              </a:extLst>
            </p:cNvPr>
            <p:cNvSpPr/>
            <p:nvPr/>
          </p:nvSpPr>
          <p:spPr>
            <a:xfrm>
              <a:off x="101600" y="1683657"/>
              <a:ext cx="1524000" cy="4540931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40D3CAFA-2088-8A31-54D2-2C17BB46D60C}"/>
                </a:ext>
              </a:extLst>
            </p:cNvPr>
            <p:cNvSpPr/>
            <p:nvPr/>
          </p:nvSpPr>
          <p:spPr>
            <a:xfrm>
              <a:off x="2188678" y="1683656"/>
              <a:ext cx="8707922" cy="4247243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42D8F27D-9CA7-0CD0-EDAB-764C6B076313}"/>
                </a:ext>
              </a:extLst>
            </p:cNvPr>
            <p:cNvSpPr/>
            <p:nvPr/>
          </p:nvSpPr>
          <p:spPr>
            <a:xfrm>
              <a:off x="2930851" y="53889"/>
              <a:ext cx="2492049" cy="403311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5C57DB18-A191-75B4-93A6-A2E34E0D8BA1}"/>
                </a:ext>
              </a:extLst>
            </p:cNvPr>
            <p:cNvSpPr/>
            <p:nvPr/>
          </p:nvSpPr>
          <p:spPr>
            <a:xfrm>
              <a:off x="10480542" y="85392"/>
              <a:ext cx="416058" cy="313749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36" name="Imagen 35">
              <a:extLst>
                <a:ext uri="{FF2B5EF4-FFF2-40B4-BE49-F238E27FC236}">
                  <a16:creationId xmlns:a16="http://schemas.microsoft.com/office/drawing/2014/main" id="{59ED67D5-855C-A79D-36E2-97D60088A51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569044" y="85392"/>
              <a:ext cx="258612" cy="258612"/>
            </a:xfrm>
            <a:prstGeom prst="rect">
              <a:avLst/>
            </a:prstGeom>
          </p:spPr>
        </p:pic>
      </p:grpSp>
      <p:grpSp>
        <p:nvGrpSpPr>
          <p:cNvPr id="44" name="Captcha popup">
            <a:extLst>
              <a:ext uri="{FF2B5EF4-FFF2-40B4-BE49-F238E27FC236}">
                <a16:creationId xmlns:a16="http://schemas.microsoft.com/office/drawing/2014/main" id="{55201515-75B3-DAF3-8B58-BEC0C9A9648E}"/>
              </a:ext>
            </a:extLst>
          </p:cNvPr>
          <p:cNvGrpSpPr/>
          <p:nvPr/>
        </p:nvGrpSpPr>
        <p:grpSpPr>
          <a:xfrm>
            <a:off x="4342364" y="2185395"/>
            <a:ext cx="4400550" cy="2793596"/>
            <a:chOff x="4342364" y="2185395"/>
            <a:chExt cx="4400550" cy="2793596"/>
          </a:xfrm>
        </p:grpSpPr>
        <p:pic>
          <p:nvPicPr>
            <p:cNvPr id="40" name="Imagen 39">
              <a:extLst>
                <a:ext uri="{FF2B5EF4-FFF2-40B4-BE49-F238E27FC236}">
                  <a16:creationId xmlns:a16="http://schemas.microsoft.com/office/drawing/2014/main" id="{51302DD8-9A32-E2B5-AFC2-0ED005F9CC1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6" r="692"/>
            <a:stretch>
              <a:fillRect/>
            </a:stretch>
          </p:blipFill>
          <p:spPr>
            <a:xfrm>
              <a:off x="4342364" y="2185395"/>
              <a:ext cx="4400550" cy="2793596"/>
            </a:xfrm>
            <a:prstGeom prst="rect">
              <a:avLst/>
            </a:prstGeom>
          </p:spPr>
        </p:pic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E3C78D25-EEBE-9D2D-FC10-34A4C47FE18C}"/>
                </a:ext>
              </a:extLst>
            </p:cNvPr>
            <p:cNvSpPr/>
            <p:nvPr/>
          </p:nvSpPr>
          <p:spPr>
            <a:xfrm>
              <a:off x="4400424" y="2801257"/>
              <a:ext cx="4308148" cy="2015731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FF65AAB4-BEEF-048E-A21D-5FF766F84DD6}"/>
                </a:ext>
              </a:extLst>
            </p:cNvPr>
            <p:cNvSpPr txBox="1"/>
            <p:nvPr/>
          </p:nvSpPr>
          <p:spPr>
            <a:xfrm>
              <a:off x="4478452" y="2460255"/>
              <a:ext cx="3584461" cy="253916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s-EC" sz="1050" b="1" dirty="0" err="1">
                  <a:solidFill>
                    <a:srgbClr val="B43C1C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</a:t>
              </a:r>
              <a:r>
                <a:rPr lang="es-EC" sz="1050" b="1" dirty="0">
                  <a:solidFill>
                    <a:srgbClr val="B43C1C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open </a:t>
              </a:r>
              <a:r>
                <a:rPr lang="es-EC" sz="1050" b="1" dirty="0" err="1">
                  <a:solidFill>
                    <a:srgbClr val="B43C1C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this</a:t>
              </a:r>
              <a:r>
                <a:rPr lang="es-EC" sz="1050" b="1" dirty="0">
                  <a:solidFill>
                    <a:srgbClr val="B43C1C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1050" b="1" dirty="0" err="1">
                  <a:solidFill>
                    <a:srgbClr val="B43C1C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presentation</a:t>
              </a:r>
              <a:r>
                <a:rPr lang="es-EC" sz="1050" b="1" dirty="0">
                  <a:solidFill>
                    <a:srgbClr val="B43C1C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prove </a:t>
              </a:r>
              <a:r>
                <a:rPr lang="es-EC" sz="1050" b="1" dirty="0" err="1">
                  <a:solidFill>
                    <a:srgbClr val="B43C1C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you're</a:t>
              </a:r>
              <a:r>
                <a:rPr lang="es-EC" sz="1050" b="1" dirty="0">
                  <a:solidFill>
                    <a:srgbClr val="B43C1C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1050" b="1" dirty="0" err="1">
                  <a:solidFill>
                    <a:srgbClr val="B43C1C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es-EC" sz="1050" b="1" dirty="0">
                  <a:solidFill>
                    <a:srgbClr val="B43C1C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robot</a:t>
              </a:r>
            </a:p>
          </p:txBody>
        </p:sp>
        <p:pic>
          <p:nvPicPr>
            <p:cNvPr id="43" name="Imagen 42" descr="Implementing Google reCaptcha. Integrating with third party APIs is an… |  by harshada jog | Medium">
              <a:extLst>
                <a:ext uri="{FF2B5EF4-FFF2-40B4-BE49-F238E27FC236}">
                  <a16:creationId xmlns:a16="http://schemas.microsoft.com/office/drawing/2014/main" id="{E68E11C4-8A4D-6D30-4134-3356C809163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16445" t="10044" r="16445" b="16496"/>
            <a:stretch>
              <a:fillRect/>
            </a:stretch>
          </p:blipFill>
          <p:spPr>
            <a:xfrm>
              <a:off x="4981230" y="3256592"/>
              <a:ext cx="3202790" cy="8831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30736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9000"/>
                            </p:stCondLst>
                            <p:childTnLst>
                              <p:par>
                                <p:cTn id="33" presetID="0" presetClass="path" presetSubtype="0" accel="50000" decel="5000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4.58333E-6 1.48148E-6 L 0.10495 0.42523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47" y="212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0"/>
                            </p:stCondLst>
                            <p:childTnLst>
                              <p:par>
                                <p:cTn id="36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" dur="2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500"/>
                            </p:stCondLst>
                            <p:childTnLst>
                              <p:par>
                                <p:cTn id="39" presetID="2" presetClass="exit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3000"/>
                            </p:stCondLst>
                            <p:childTnLst>
                              <p:par>
                                <p:cTn id="63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3500"/>
                            </p:stCondLst>
                            <p:childTnLst>
                              <p:par>
                                <p:cTn id="66" presetID="1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0"/>
                            </p:stCondLst>
                            <p:childTnLst>
                              <p:par>
                                <p:cTn id="69" presetID="1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625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7250"/>
                            </p:stCondLst>
                            <p:childTnLst>
                              <p:par>
                                <p:cTn id="75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7500"/>
                            </p:stCondLst>
                            <p:childTnLst>
                              <p:par>
                                <p:cTn id="7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750"/>
                            </p:stCondLst>
                            <p:childTnLst>
                              <p:par>
                                <p:cTn id="8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8000"/>
                            </p:stCondLst>
                            <p:childTnLst>
                              <p:par>
                                <p:cTn id="84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18250"/>
                            </p:stCondLst>
                            <p:childTnLst>
                              <p:par>
                                <p:cTn id="87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8500"/>
                            </p:stCondLst>
                            <p:childTnLst>
                              <p:par>
                                <p:cTn id="90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750"/>
                            </p:stCondLst>
                            <p:childTnLst>
                              <p:par>
                                <p:cTn id="93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9000"/>
                            </p:stCondLst>
                            <p:childTnLst>
                              <p:par>
                                <p:cTn id="96" presetID="1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250"/>
                            </p:stCondLst>
                            <p:childTnLst>
                              <p:par>
                                <p:cTn id="99" presetID="1" presetClass="exit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22250"/>
                            </p:stCondLst>
                            <p:childTnLst>
                              <p:par>
                                <p:cTn id="124" presetID="1" presetClass="entr" presetSubtype="0" fill="hold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23500"/>
                            </p:stCondLst>
                            <p:childTnLst>
                              <p:par>
                                <p:cTn id="127" presetID="10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1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3" grpId="0" animBg="1"/>
      <p:bldP spid="3" grpId="1" build="allAtOnce" animBg="1"/>
      <p:bldP spid="5" grpId="0" animBg="1"/>
      <p:bldP spid="5" grpId="1" build="allAtOnce" animBg="1"/>
      <p:bldP spid="2" grpId="0" animBg="1"/>
      <p:bldP spid="2" grpId="1" animBg="1"/>
      <p:bldP spid="19" grpId="0" animBg="1"/>
      <p:bldP spid="19" grpId="1" animBg="1"/>
      <p:bldP spid="7" grpId="0" animBg="1"/>
      <p:bldP spid="7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6" grpId="0" animBg="1"/>
      <p:bldP spid="16" grpId="1" animBg="1"/>
      <p:bldP spid="20" grpId="0" animBg="1"/>
      <p:bldP spid="20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19BE9B-4F51-DB67-3E6C-15DB1099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H2</a:t>
            </a:r>
            <a:br>
              <a:rPr lang="es-ES" dirty="0"/>
            </a:b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3D4543-E5BF-6330-0003-7C5B9A966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584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DBCAFB-7AA6-7558-1DB6-57375814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h3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FD0FE9-A4B0-34C8-B749-C1DFC6569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83918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7BC7EC-85AE-16FC-AB04-8A6F1F8CD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Bs captcha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B4EB59F-BA08-49B6-1D05-C6FC0416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14673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2033EF-F26A-46DB-9B9E-C550AFCB3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c1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85B1BC-912E-98E6-4A17-41BE8990B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669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1C48E9-7F8F-E939-DA83-8E16A963E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c2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32196F-7557-57DA-3DE3-AF4D471F3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52680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93A51-0E9D-0708-2D03-D6E66AF8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c3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3B11AB-AF2B-92C2-554C-7C0D2E727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266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47859-859B-9C3D-EB2E-D3EDD47CE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B1EB20EC-E89E-665F-F1BF-B819F52F34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5EBE95-081D-8FA2-1321-197E0149CE54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C7BB2E-293D-EB45-D012-0A347F4847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 err="1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Assets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Imagen 5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extLst>
              <a:ext uri="{FF2B5EF4-FFF2-40B4-BE49-F238E27FC236}">
                <a16:creationId xmlns:a16="http://schemas.microsoft.com/office/drawing/2014/main" id="{E892788A-67B7-371E-D8E0-D7D847A8E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 S1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C7EB2269-982C-8620-71B1-E815BFC87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Imagen 8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4" action="ppaction://hlinksldjump"/>
            <a:extLst>
              <a:ext uri="{FF2B5EF4-FFF2-40B4-BE49-F238E27FC236}">
                <a16:creationId xmlns:a16="http://schemas.microsoft.com/office/drawing/2014/main" id="{639D2591-8E4B-A02C-BB47-1C470A2BC8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 S1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DEACF54A-EAE3-0812-7396-1DB685300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6766D81-2E10-6689-7DCF-F9E88E9ABE1F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AFDD9F94-4992-A7CB-953A-D54A3CDB98D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 xmlns=""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upo 14">
            <a:extLst>
              <a:ext uri="{FF2B5EF4-FFF2-40B4-BE49-F238E27FC236}">
                <a16:creationId xmlns:a16="http://schemas.microsoft.com/office/drawing/2014/main" id="{2557EDC5-3253-1588-B0A1-D5AA86779535}"/>
              </a:ext>
            </a:extLst>
          </p:cNvPr>
          <p:cNvGrpSpPr/>
          <p:nvPr/>
        </p:nvGrpSpPr>
        <p:grpSpPr>
          <a:xfrm>
            <a:off x="4357141" y="3228141"/>
            <a:ext cx="3477718" cy="1439056"/>
            <a:chOff x="3949908" y="3139241"/>
            <a:chExt cx="3477718" cy="1439056"/>
          </a:xfrm>
        </p:grpSpPr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546ADA2D-14D4-8EB5-1589-61D22C84DB79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Imagen 12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extLst>
                <a:ext uri="{FF2B5EF4-FFF2-40B4-BE49-F238E27FC236}">
                  <a16:creationId xmlns:a16="http://schemas.microsoft.com/office/drawing/2014/main" id="{FB694BCA-4BF2-CEE1-1085-013EE317A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Imagen 17">
            <a:hlinkClick r:id="rId10"/>
            <a:extLst>
              <a:ext uri="{FF2B5EF4-FFF2-40B4-BE49-F238E27FC236}">
                <a16:creationId xmlns:a16="http://schemas.microsoft.com/office/drawing/2014/main" id="{7EDB666D-6D59-3BD6-064E-E44FFB1FEFB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FD1B205-34FC-DEAE-CA12-5BB4206261B5}"/>
              </a:ext>
            </a:extLst>
          </p:cNvPr>
          <p:cNvSpPr/>
          <p:nvPr/>
        </p:nvSpPr>
        <p:spPr>
          <a:xfrm>
            <a:off x="501650" y="5897633"/>
            <a:ext cx="34226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sz="7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183F8F0-2215-7C61-AE06-26FD63C93C93}"/>
              </a:ext>
            </a:extLst>
          </p:cNvPr>
          <p:cNvSpPr/>
          <p:nvPr/>
        </p:nvSpPr>
        <p:spPr>
          <a:xfrm>
            <a:off x="1676410" y="3091681"/>
            <a:ext cx="902484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b="1" dirty="0" err="1">
                <a:latin typeface="Roboto" panose="02000000000000000000" pitchFamily="2" charset="0"/>
                <a:ea typeface="Roboto" panose="02000000000000000000" pitchFamily="2" charset="0"/>
              </a:rPr>
              <a:t>Tooltip</a:t>
            </a:r>
            <a:endParaRPr lang="es-EC" sz="7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4855BC59-9B48-6B31-8E41-8CF53130414D}"/>
              </a:ext>
            </a:extLst>
          </p:cNvPr>
          <p:cNvGrpSpPr/>
          <p:nvPr/>
        </p:nvGrpSpPr>
        <p:grpSpPr>
          <a:xfrm>
            <a:off x="6254751" y="5448300"/>
            <a:ext cx="3429000" cy="1206500"/>
            <a:chOff x="6254751" y="5448300"/>
            <a:chExt cx="3429000" cy="1206500"/>
          </a:xfrm>
        </p:grpSpPr>
        <p:pic>
          <p:nvPicPr>
            <p:cNvPr id="24" name="Imagen 23" descr="Screen shot of notification of low battery power ">
              <a:extLst>
                <a:ext uri="{FF2B5EF4-FFF2-40B4-BE49-F238E27FC236}">
                  <a16:creationId xmlns:a16="http://schemas.microsoft.com/office/drawing/2014/main" id="{995812B0-C22D-0AE3-0D4E-8C995B488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ackgroundRemoval t="14667" b="82667" l="5656" r="92288">
                          <a14:foregroundMark x1="5141" y1="12667" x2="5656" y2="57333"/>
                          <a14:foregroundMark x1="5656" y1="57333" x2="16967" y2="66000"/>
                          <a14:foregroundMark x1="11825" y1="16000" x2="92288" y2="27333"/>
                          <a14:foregroundMark x1="92288" y1="27333" x2="88946" y2="72667"/>
                          <a14:backgroundMark x1="95116" y1="7333" x2="95630" y2="8000"/>
                        </a14:backgroundRemoval>
                      </a14:imgEffect>
                    </a14:imgLayer>
                  </a14:imgProps>
                </a:ext>
              </a:extLst>
            </a:blip>
            <a:srcRect l="3287" t="7715" r="4168" b="7841"/>
            <a:stretch>
              <a:fillRect/>
            </a:stretch>
          </p:blipFill>
          <p:spPr>
            <a:xfrm>
              <a:off x="6254751" y="5448300"/>
              <a:ext cx="3429000" cy="12065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B34057B0-EBEC-567A-5411-5C8A53564B93}"/>
                </a:ext>
              </a:extLst>
            </p:cNvPr>
            <p:cNvSpPr txBox="1"/>
            <p:nvPr/>
          </p:nvSpPr>
          <p:spPr>
            <a:xfrm>
              <a:off x="6766560" y="5509260"/>
              <a:ext cx="2051593" cy="261610"/>
            </a:xfrm>
            <a:prstGeom prst="rect">
              <a:avLst/>
            </a:prstGeom>
            <a:solidFill>
              <a:srgbClr val="F9F9FB"/>
            </a:solidFill>
          </p:spPr>
          <p:txBody>
            <a:bodyPr wrap="square" rtlCol="0">
              <a:spAutoFit/>
            </a:bodyPr>
            <a:lstStyle/>
            <a:p>
              <a:r>
                <a:rPr lang="es-ES" sz="1100">
                  <a:solidFill>
                    <a:srgbClr val="1C57B1"/>
                  </a:solidFill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mrdexter (@mr.dexter._)</a:t>
              </a:r>
              <a:endParaRPr lang="es-EC" sz="1100" dirty="0">
                <a:solidFill>
                  <a:srgbClr val="1C57B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D1C85222-19FB-07E7-89F6-E77BB42F1F92}"/>
                </a:ext>
              </a:extLst>
            </p:cNvPr>
            <p:cNvSpPr txBox="1"/>
            <p:nvPr/>
          </p:nvSpPr>
          <p:spPr>
            <a:xfrm>
              <a:off x="6755567" y="5718218"/>
              <a:ext cx="2844165" cy="615553"/>
            </a:xfrm>
            <a:prstGeom prst="rect">
              <a:avLst/>
            </a:prstGeom>
            <a:gradFill>
              <a:gsLst>
                <a:gs pos="0">
                  <a:srgbClr val="FBFAFD"/>
                </a:gs>
                <a:gs pos="71000">
                  <a:srgbClr val="E5E6F0"/>
                </a:gs>
              </a:gsLst>
              <a:lin ang="5400000" scaled="1"/>
            </a:gradFill>
          </p:spPr>
          <p:txBody>
            <a:bodyPr wrap="square" rtlCol="0">
              <a:spAutoFit/>
            </a:bodyPr>
            <a:lstStyle/>
            <a:p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Hey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man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here's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presentation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for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tomorrow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. You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got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slide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6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please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practice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i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need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to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pass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this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class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dude 😭</a:t>
              </a:r>
            </a:p>
            <a:p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File </a:t>
              </a:r>
              <a:r>
                <a:rPr lang="es-EC" sz="600" b="1" u="sng" dirty="0" err="1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attached</a:t>
              </a:r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(104.37 </a:t>
              </a:r>
              <a:r>
                <a:rPr lang="es-EC" sz="600" b="1" u="sng" dirty="0" err="1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mb</a:t>
              </a:r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78048714-E326-EA51-6B6E-2055014E7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327777" y="5520138"/>
              <a:ext cx="438782" cy="4387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73371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</TotalTime>
  <Words>298</Words>
  <Application>Microsoft Office PowerPoint</Application>
  <PresentationFormat>Panorámica</PresentationFormat>
  <Paragraphs>42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ADLaM Display</vt:lpstr>
      <vt:lpstr>Aptos</vt:lpstr>
      <vt:lpstr>Aptos Display</vt:lpstr>
      <vt:lpstr>Arial</vt:lpstr>
      <vt:lpstr>Roboto</vt:lpstr>
      <vt:lpstr>Tema de Office</vt:lpstr>
      <vt:lpstr>Presentación de PowerPoint</vt:lpstr>
      <vt:lpstr>THE CAPTCHA GAME</vt:lpstr>
      <vt:lpstr>Presentación de PowerPoint</vt:lpstr>
      <vt:lpstr>H2 </vt:lpstr>
      <vt:lpstr>h3</vt:lpstr>
      <vt:lpstr>Bs captcha</vt:lpstr>
      <vt:lpstr>c1</vt:lpstr>
      <vt:lpstr>c2</vt:lpstr>
      <vt:lpstr>c3</vt:lpstr>
      <vt:lpstr>Assets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Patricio Inchiglema</dc:creator>
  <cp:lastModifiedBy>Patricio Inchiglema</cp:lastModifiedBy>
  <cp:revision>43</cp:revision>
  <dcterms:created xsi:type="dcterms:W3CDTF">2026-10-14T22:28:15Z</dcterms:created>
  <dcterms:modified xsi:type="dcterms:W3CDTF">2026-10-21T04:04:52Z</dcterms:modified>
</cp:coreProperties>
</file>